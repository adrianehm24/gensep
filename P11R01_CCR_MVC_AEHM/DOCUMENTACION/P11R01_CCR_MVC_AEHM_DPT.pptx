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EE6692A-A9C9-4AD3-BC8B-D3844F0BFA7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DCE9749-9B2B-4C47-AC86-A53F2FE40C8F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58987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692A-A9C9-4AD3-BC8B-D3844F0BFA7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9749-9B2B-4C47-AC86-A53F2FE40C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982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692A-A9C9-4AD3-BC8B-D3844F0BFA7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9749-9B2B-4C47-AC86-A53F2FE40C8F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8943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692A-A9C9-4AD3-BC8B-D3844F0BFA7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9749-9B2B-4C47-AC86-A53F2FE40C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600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692A-A9C9-4AD3-BC8B-D3844F0BFA7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9749-9B2B-4C47-AC86-A53F2FE40C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457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692A-A9C9-4AD3-BC8B-D3844F0BFA7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9749-9B2B-4C47-AC86-A53F2FE40C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03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692A-A9C9-4AD3-BC8B-D3844F0BFA7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9749-9B2B-4C47-AC86-A53F2FE40C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846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692A-A9C9-4AD3-BC8B-D3844F0BFA7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9749-9B2B-4C47-AC86-A53F2FE40C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934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692A-A9C9-4AD3-BC8B-D3844F0BFA7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9749-9B2B-4C47-AC86-A53F2FE40C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984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692A-A9C9-4AD3-BC8B-D3844F0BFA7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9749-9B2B-4C47-AC86-A53F2FE40C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125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692A-A9C9-4AD3-BC8B-D3844F0BFA7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E9749-9B2B-4C47-AC86-A53F2FE40C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580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EE6692A-A9C9-4AD3-BC8B-D3844F0BFA7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ADCE9749-9B2B-4C47-AC86-A53F2FE40C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527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31541" y="0"/>
            <a:ext cx="9418320" cy="4041648"/>
          </a:xfrm>
        </p:spPr>
        <p:txBody>
          <a:bodyPr/>
          <a:lstStyle/>
          <a:p>
            <a:pPr algn="ctr"/>
            <a:r>
              <a:rPr lang="es-MX" dirty="0" smtClean="0"/>
              <a:t>P11R01_CCR_MVC_AEHM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ADRIÁN ELEUTERIO HERNÁNDEZ MARTÍNEZ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8406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083" y="1533253"/>
            <a:ext cx="9466217" cy="5324747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Vista camiones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65879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Insertar camión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1" y="1533253"/>
            <a:ext cx="7237790" cy="407125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86" y="5864676"/>
            <a:ext cx="9309463" cy="999183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8581425" y="4474073"/>
            <a:ext cx="2966141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Camión insertado: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1066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Editar camión</a:t>
            </a:r>
            <a:endParaRPr lang="es-MX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8581425" y="4474073"/>
            <a:ext cx="2966141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Camión editado:</a:t>
            </a:r>
            <a:endParaRPr lang="es-MX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245" y="1598293"/>
            <a:ext cx="7001691" cy="393845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5799635"/>
            <a:ext cx="8516983" cy="84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182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Detalles del camión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632" y="1443119"/>
            <a:ext cx="9487117" cy="533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509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Eliminar camión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729" y="1533253"/>
            <a:ext cx="7113934" cy="400158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014" y="5929070"/>
            <a:ext cx="9910354" cy="928930"/>
          </a:xfrm>
          <a:prstGeom prst="rect">
            <a:avLst/>
          </a:prstGeo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8593522" y="4603508"/>
            <a:ext cx="2910502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El camión fue eliminado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25827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Vista choferes</a:t>
            </a:r>
            <a:endParaRPr lang="es-MX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20" y="1533253"/>
            <a:ext cx="9187542" cy="516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00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Insertar chofer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1" y="1533253"/>
            <a:ext cx="6897189" cy="387966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065" y="5745831"/>
            <a:ext cx="9196252" cy="928914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8159060" y="4253815"/>
            <a:ext cx="3697661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Chofer insertado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8025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Editar chofer</a:t>
            </a:r>
            <a:endParaRPr lang="es-MX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8315813" y="4297902"/>
            <a:ext cx="3697661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Chofer editado</a:t>
            </a:r>
            <a:endParaRPr lang="es-MX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1" y="1533253"/>
            <a:ext cx="7053942" cy="396784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125" y="5744245"/>
            <a:ext cx="8874034" cy="83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82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Detalles del chofer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688" y="1533253"/>
            <a:ext cx="9353006" cy="526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07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Eliminar chofer</a:t>
            </a:r>
            <a:endParaRPr lang="es-MX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1" y="1533253"/>
            <a:ext cx="7408091" cy="4167051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8607551" y="4290809"/>
            <a:ext cx="3584449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Chofer eliminado</a:t>
            </a:r>
            <a:endParaRPr lang="es-MX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081" y="5608521"/>
            <a:ext cx="8121616" cy="124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52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Vista rutas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528" y="1636122"/>
            <a:ext cx="8865326" cy="498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92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Insertar ruta</a:t>
            </a:r>
            <a:endParaRPr lang="es-MX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1" y="1533253"/>
            <a:ext cx="6882673" cy="387150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795" y="5738598"/>
            <a:ext cx="7689669" cy="747550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8144544" y="4413036"/>
            <a:ext cx="3233802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Ruta insertada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23984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Editar ruta</a:t>
            </a:r>
            <a:endParaRPr lang="es-MX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8144544" y="4413036"/>
            <a:ext cx="3233802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Ruta editada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1" y="1533253"/>
            <a:ext cx="6591211" cy="370755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36" y="5788521"/>
            <a:ext cx="8839200" cy="77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66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Detalles de ruta</a:t>
            </a:r>
            <a:endParaRPr lang="es-MX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33" y="1640476"/>
            <a:ext cx="8787916" cy="494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32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/>
          <a:lstStyle/>
          <a:p>
            <a:r>
              <a:rPr lang="es-MX" dirty="0" smtClean="0"/>
              <a:t>Eliminar ruta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1" y="1533253"/>
            <a:ext cx="6619386" cy="372340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012" y="5690419"/>
            <a:ext cx="7950926" cy="683951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8155578" y="4147977"/>
            <a:ext cx="3474719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Ruta eliminada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27285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871" y="207691"/>
            <a:ext cx="9692640" cy="1325562"/>
          </a:xfrm>
        </p:spPr>
        <p:txBody>
          <a:bodyPr>
            <a:noAutofit/>
          </a:bodyPr>
          <a:lstStyle/>
          <a:p>
            <a:pPr algn="just"/>
            <a:r>
              <a:rPr lang="es-MX" sz="3200" dirty="0" smtClean="0"/>
              <a:t>Funcionalidad extra buscador dinámico con </a:t>
            </a:r>
            <a:r>
              <a:rPr lang="es-MX" sz="3200" dirty="0" err="1" smtClean="0"/>
              <a:t>Javascript</a:t>
            </a:r>
            <a:r>
              <a:rPr lang="es-MX" sz="3200" dirty="0" smtClean="0"/>
              <a:t> (aplica para todas las secciones choferes, camiones y rutas)</a:t>
            </a:r>
            <a:endParaRPr lang="es-MX" sz="32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648" y="1533253"/>
            <a:ext cx="9231086" cy="5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96586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46</TotalTime>
  <Words>78</Words>
  <Application>Microsoft Office PowerPoint</Application>
  <PresentationFormat>Panorámica</PresentationFormat>
  <Paragraphs>27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Century Schoolbook</vt:lpstr>
      <vt:lpstr>Wingdings 2</vt:lpstr>
      <vt:lpstr>View</vt:lpstr>
      <vt:lpstr>P11R01_CCR_MVC_AEHM</vt:lpstr>
      <vt:lpstr>Vista camiones</vt:lpstr>
      <vt:lpstr>Insertar camión</vt:lpstr>
      <vt:lpstr>Editar camión</vt:lpstr>
      <vt:lpstr>Detalles del camión</vt:lpstr>
      <vt:lpstr>Eliminar camión</vt:lpstr>
      <vt:lpstr>Vista choferes</vt:lpstr>
      <vt:lpstr>Insertar chofer</vt:lpstr>
      <vt:lpstr>Editar chofer</vt:lpstr>
      <vt:lpstr>Detalles del chofer</vt:lpstr>
      <vt:lpstr>Eliminar chofer</vt:lpstr>
      <vt:lpstr>Vista rutas</vt:lpstr>
      <vt:lpstr>Insertar ruta</vt:lpstr>
      <vt:lpstr>Editar ruta</vt:lpstr>
      <vt:lpstr>Detalles de ruta</vt:lpstr>
      <vt:lpstr>Eliminar ruta</vt:lpstr>
      <vt:lpstr>Funcionalidad extra buscador dinámico con Javascript (aplica para todas las secciones choferes, camiones y rutas)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Cuenta Microsoft</cp:lastModifiedBy>
  <cp:revision>5</cp:revision>
  <dcterms:created xsi:type="dcterms:W3CDTF">2026-09-15T14:19:39Z</dcterms:created>
  <dcterms:modified xsi:type="dcterms:W3CDTF">2026-09-15T15:05:50Z</dcterms:modified>
</cp:coreProperties>
</file>