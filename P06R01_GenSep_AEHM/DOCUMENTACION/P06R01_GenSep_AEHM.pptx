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Poppins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65FBC8-5B90-48D4-A7BE-48E37FD60A01}">
  <a:tblStyle styleId="{5C65FBC8-5B90-48D4-A7BE-48E37FD60A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25D11C9-3809-476B-87BC-314714275D9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666553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9080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3615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30" b="130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9" name="Google Shape;239;p23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40" name="Google Shape;240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" name="Google Shape;242;p23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43" name="Google Shape;243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3">
            <a:alphaModFix/>
          </a:blip>
          <a:srcRect t="130" b="130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30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308" name="Google Shape;308;p3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3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/>
          <p:cNvPicPr preferRelativeResize="0"/>
          <p:nvPr/>
        </p:nvPicPr>
        <p:blipFill rotWithShape="1">
          <a:blip r:embed="rId3">
            <a:alphaModFix/>
          </a:blip>
          <a:srcRect l="73637" t="130" b="130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1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314" name="Google Shape;314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p31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317" name="Google Shape;317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8" r:id="rId6"/>
    <p:sldLayoutId id="2147483669" r:id="rId7"/>
    <p:sldLayoutId id="2147483676" r:id="rId8"/>
    <p:sldLayoutId id="214748367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dirty="0" smtClean="0"/>
              <a:t>P06R01_GenSep_AEHM</a:t>
            </a:r>
            <a:endParaRPr dirty="0"/>
          </a:p>
        </p:txBody>
      </p:sp>
      <p:sp>
        <p:nvSpPr>
          <p:cNvPr id="330" name="Google Shape;330;p35"/>
          <p:cNvSpPr txBox="1">
            <a:spLocks noGrp="1"/>
          </p:cNvSpPr>
          <p:nvPr>
            <p:ph type="subTitle" idx="1"/>
          </p:nvPr>
        </p:nvSpPr>
        <p:spPr>
          <a:xfrm>
            <a:off x="972300" y="3239201"/>
            <a:ext cx="7199400" cy="501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mtClean="0"/>
              <a:t>ADRIÁN </a:t>
            </a:r>
            <a:r>
              <a:rPr lang="en" dirty="0" smtClean="0"/>
              <a:t>ELEUTERIO HERNÁNDEZ MARTÍNEZ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 txBox="1">
            <a:spLocks noGrp="1"/>
          </p:cNvSpPr>
          <p:nvPr>
            <p:ph type="title"/>
          </p:nvPr>
        </p:nvSpPr>
        <p:spPr>
          <a:xfrm>
            <a:off x="-755509" y="20006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Creación de la base de datos.</a:t>
            </a:r>
            <a:endParaRPr dirty="0"/>
          </a:p>
        </p:txBody>
      </p:sp>
      <p:pic>
        <p:nvPicPr>
          <p:cNvPr id="7" name="Marcador de contenido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67" t="11270" r="1594"/>
          <a:stretch/>
        </p:blipFill>
        <p:spPr>
          <a:xfrm>
            <a:off x="955963" y="769721"/>
            <a:ext cx="6742271" cy="43737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55418"/>
            <a:ext cx="7704000" cy="48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Creación de tablas.</a:t>
            </a:r>
            <a:endParaRPr lang="es-MX" dirty="0"/>
          </a:p>
        </p:txBody>
      </p:sp>
      <p:pic>
        <p:nvPicPr>
          <p:cNvPr id="6" name="Marcador de contenido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01" t="11270" r="1944"/>
          <a:stretch/>
        </p:blipFill>
        <p:spPr>
          <a:xfrm>
            <a:off x="1127862" y="643148"/>
            <a:ext cx="6789373" cy="443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44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1182" y="62346"/>
            <a:ext cx="7704000" cy="477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Carga inicial.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06" t="9683" r="1606" b="7138"/>
          <a:stretch/>
        </p:blipFill>
        <p:spPr>
          <a:xfrm>
            <a:off x="935182" y="616525"/>
            <a:ext cx="7327372" cy="444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49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17764"/>
            <a:ext cx="770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Creación de vistas.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9" t="11026" r="1536" b="4521"/>
          <a:stretch/>
        </p:blipFill>
        <p:spPr>
          <a:xfrm>
            <a:off x="1336963" y="748144"/>
            <a:ext cx="6934199" cy="431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9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Creación de </a:t>
            </a:r>
            <a:r>
              <a:rPr lang="es-MX" sz="2800" dirty="0" err="1" smtClean="0"/>
              <a:t>SPs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64" t="11448" r="1439" b="5185"/>
          <a:stretch/>
        </p:blipFill>
        <p:spPr>
          <a:xfrm>
            <a:off x="1080654" y="602673"/>
            <a:ext cx="7343984" cy="446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474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62346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Creación de </a:t>
            </a:r>
            <a:r>
              <a:rPr lang="es-MX" sz="2800" dirty="0" err="1"/>
              <a:t>triggers</a:t>
            </a:r>
            <a:r>
              <a:rPr lang="es-MX" sz="2800" dirty="0"/>
              <a:t>.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5" t="9561" r="1439" b="5186"/>
          <a:stretch/>
        </p:blipFill>
        <p:spPr>
          <a:xfrm>
            <a:off x="1004453" y="540327"/>
            <a:ext cx="7294419" cy="450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634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Creación de </a:t>
            </a:r>
            <a:r>
              <a:rPr lang="es-MX" sz="2800" dirty="0" smtClean="0"/>
              <a:t>Job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94" t="10774" r="2803" b="5590"/>
          <a:stretch/>
        </p:blipFill>
        <p:spPr>
          <a:xfrm>
            <a:off x="956400" y="422564"/>
            <a:ext cx="7439455" cy="464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9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Ejecución del </a:t>
            </a:r>
            <a:r>
              <a:rPr lang="es-MX" sz="2800" dirty="0" err="1" smtClean="0"/>
              <a:t>job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6" t="11853" r="10227" b="33468"/>
          <a:stretch/>
        </p:blipFill>
        <p:spPr>
          <a:xfrm>
            <a:off x="380999" y="505691"/>
            <a:ext cx="8303172" cy="383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400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smtClean="0"/>
              <a:t>Job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2" t="11313" r="1666" b="4916"/>
          <a:stretch/>
        </p:blipFill>
        <p:spPr>
          <a:xfrm>
            <a:off x="706580" y="512617"/>
            <a:ext cx="7488384" cy="460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270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err="1" smtClean="0"/>
              <a:t>Triggers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10505" r="1666" b="5993"/>
          <a:stretch/>
        </p:blipFill>
        <p:spPr>
          <a:xfrm>
            <a:off x="810927" y="519544"/>
            <a:ext cx="7481018" cy="45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33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err="1" smtClean="0"/>
              <a:t>SPs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1" t="11583" r="1819" b="5724"/>
          <a:stretch/>
        </p:blipFill>
        <p:spPr>
          <a:xfrm>
            <a:off x="713510" y="526471"/>
            <a:ext cx="7578436" cy="451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38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smtClean="0"/>
              <a:t>Vistas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8" t="11313" r="1212" b="6128"/>
          <a:stretch/>
        </p:blipFill>
        <p:spPr>
          <a:xfrm>
            <a:off x="540326" y="491836"/>
            <a:ext cx="7848600" cy="458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18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smtClean="0"/>
              <a:t>limpieza de data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2" t="10908" r="985" b="5186"/>
          <a:stretch/>
        </p:blipFill>
        <p:spPr>
          <a:xfrm>
            <a:off x="547253" y="505690"/>
            <a:ext cx="7592291" cy="457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60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smtClean="0"/>
              <a:t>eliminar tablas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5" t="10101" r="1136" b="3569"/>
          <a:stretch/>
        </p:blipFill>
        <p:spPr>
          <a:xfrm>
            <a:off x="838201" y="491835"/>
            <a:ext cx="7363690" cy="459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266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smtClean="0"/>
              <a:t>eliminar BD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7" t="10774" r="1363" b="2762"/>
          <a:stretch/>
        </p:blipFill>
        <p:spPr>
          <a:xfrm>
            <a:off x="817418" y="498764"/>
            <a:ext cx="7211291" cy="458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54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Ejecución scripts .</a:t>
            </a:r>
            <a:r>
              <a:rPr lang="es-MX" sz="2800" dirty="0" err="1" smtClean="0"/>
              <a:t>bat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1" t="18182" r="43939" b="10707"/>
          <a:stretch/>
        </p:blipFill>
        <p:spPr>
          <a:xfrm>
            <a:off x="1" y="533400"/>
            <a:ext cx="4246418" cy="36576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4" t="18181" r="40681" b="10438"/>
          <a:stretch/>
        </p:blipFill>
        <p:spPr>
          <a:xfrm>
            <a:off x="4495800" y="533400"/>
            <a:ext cx="4530437" cy="367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69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Ejecución scripts contingencia .</a:t>
            </a:r>
            <a:r>
              <a:rPr lang="es-MX" sz="2800" dirty="0" err="1" smtClean="0"/>
              <a:t>bat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5" t="9024" r="48030" b="20269"/>
          <a:stretch/>
        </p:blipFill>
        <p:spPr>
          <a:xfrm>
            <a:off x="138109" y="630380"/>
            <a:ext cx="4301836" cy="363681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2" t="8485" r="48712" b="20135"/>
          <a:stretch/>
        </p:blipFill>
        <p:spPr>
          <a:xfrm>
            <a:off x="4551219" y="595744"/>
            <a:ext cx="4267200" cy="367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80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Restauración BD .</a:t>
            </a:r>
            <a:r>
              <a:rPr lang="es-MX" sz="2800" dirty="0" err="1" smtClean="0"/>
              <a:t>bak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1" t="11448" r="27349" b="17441"/>
          <a:stretch/>
        </p:blipFill>
        <p:spPr>
          <a:xfrm>
            <a:off x="1849583" y="512618"/>
            <a:ext cx="5184401" cy="455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917542"/>
      </p:ext>
    </p:extLst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74</Words>
  <Application>Microsoft Office PowerPoint</Application>
  <PresentationFormat>Presentación en pantalla (16:9)</PresentationFormat>
  <Paragraphs>20</Paragraphs>
  <Slides>19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Poppins</vt:lpstr>
      <vt:lpstr>Arial</vt:lpstr>
      <vt:lpstr>Nunito Light</vt:lpstr>
      <vt:lpstr>Industrial Preliminary Project by Slidesgo</vt:lpstr>
      <vt:lpstr>P06R01_GenSep_AEHM</vt:lpstr>
      <vt:lpstr>Creación de la base de datos.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P05R01_BD_AEHM</dc:title>
  <cp:lastModifiedBy>Adrian Eleuterio Hernandez Martinez</cp:lastModifiedBy>
  <cp:revision>4</cp:revision>
  <dcterms:modified xsi:type="dcterms:W3CDTF">2026-09-14T03:27:47Z</dcterms:modified>
</cp:coreProperties>
</file>