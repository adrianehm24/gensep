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79" r:id="rId8"/>
    <p:sldId id="266" r:id="rId9"/>
    <p:sldId id="278" r:id="rId10"/>
    <p:sldId id="268" r:id="rId11"/>
    <p:sldId id="269" r:id="rId12"/>
    <p:sldId id="270" r:id="rId13"/>
    <p:sldId id="272" r:id="rId14"/>
    <p:sldId id="273" r:id="rId15"/>
    <p:sldId id="274" r:id="rId16"/>
    <p:sldId id="275" r:id="rId17"/>
    <p:sldId id="276" r:id="rId18"/>
    <p:sldId id="277" r:id="rId19"/>
  </p:sldIdLst>
  <p:sldSz cx="9144000" cy="5143500" type="screen16x9"/>
  <p:notesSz cx="6858000" cy="9144000"/>
  <p:embeddedFontLst>
    <p:embeddedFont>
      <p:font typeface="Poppins" panose="020B060402020202020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65FBC8-5B90-48D4-A7BE-48E37FD60A01}">
  <a:tblStyle styleId="{5C65FBC8-5B90-48D4-A7BE-48E37FD60A0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25D11C9-3809-476B-87BC-314714275D9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4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06665539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90803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36156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972300" y="1482800"/>
            <a:ext cx="7199400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72300" y="3239202"/>
            <a:ext cx="7199400" cy="421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6825" y="1613"/>
            <a:ext cx="9163538" cy="5147081"/>
            <a:chOff x="-21325" y="-6819"/>
            <a:chExt cx="9163538" cy="5147081"/>
          </a:xfrm>
        </p:grpSpPr>
        <p:grpSp>
          <p:nvGrpSpPr>
            <p:cNvPr id="13" name="Google Shape;13;p2"/>
            <p:cNvGrpSpPr/>
            <p:nvPr/>
          </p:nvGrpSpPr>
          <p:grpSpPr>
            <a:xfrm>
              <a:off x="2626712" y="4610687"/>
              <a:ext cx="6515501" cy="529575"/>
              <a:chOff x="2626712" y="4610687"/>
              <a:chExt cx="6515501" cy="529575"/>
            </a:xfrm>
          </p:grpSpPr>
          <p:pic>
            <p:nvPicPr>
              <p:cNvPr id="14" name="Google Shape;14;p2"/>
              <p:cNvPicPr preferRelativeResize="0"/>
              <p:nvPr/>
            </p:nvPicPr>
            <p:blipFill>
              <a:blip r:embed="rId3">
                <a:alphaModFix/>
              </a:blip>
              <a:stretch>
                <a:fillRect/>
              </a:stretch>
            </p:blipFill>
            <p:spPr>
              <a:xfrm rot="10800000">
                <a:off x="2626712" y="4610687"/>
                <a:ext cx="6515501" cy="529575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15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 rot="10800000">
                <a:off x="7293388" y="4840980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6" name="Google Shape;16;p2"/>
            <p:cNvGrpSpPr/>
            <p:nvPr/>
          </p:nvGrpSpPr>
          <p:grpSpPr>
            <a:xfrm>
              <a:off x="-21325" y="-6819"/>
              <a:ext cx="6523526" cy="536050"/>
              <a:chOff x="-21325" y="-6819"/>
              <a:chExt cx="6523526" cy="536050"/>
            </a:xfrm>
          </p:grpSpPr>
          <p:pic>
            <p:nvPicPr>
              <p:cNvPr id="17" name="Google Shape;17;p2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-21325" y="-6819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18;p2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243800" y="239786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9" name="Google Shape;19;p2"/>
          <p:cNvGrpSpPr/>
          <p:nvPr/>
        </p:nvGrpSpPr>
        <p:grpSpPr>
          <a:xfrm>
            <a:off x="-6819" y="-7400"/>
            <a:ext cx="9157637" cy="5158300"/>
            <a:chOff x="0" y="0"/>
            <a:chExt cx="9157637" cy="5158300"/>
          </a:xfrm>
        </p:grpSpPr>
        <p:pic>
          <p:nvPicPr>
            <p:cNvPr id="20" name="Google Shape;20;p2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906088" y="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" name="Google Shape;21;p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0" y="3906750"/>
              <a:ext cx="1251550" cy="1251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>
            <a:spLocks noGrp="1"/>
          </p:cNvSpPr>
          <p:nvPr>
            <p:ph type="title"/>
          </p:nvPr>
        </p:nvSpPr>
        <p:spPr>
          <a:xfrm>
            <a:off x="713225" y="987538"/>
            <a:ext cx="4294800" cy="106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7"/>
          <p:cNvSpPr txBox="1">
            <a:spLocks noGrp="1"/>
          </p:cNvSpPr>
          <p:nvPr>
            <p:ph type="subTitle" idx="1"/>
          </p:nvPr>
        </p:nvSpPr>
        <p:spPr>
          <a:xfrm>
            <a:off x="713225" y="2109663"/>
            <a:ext cx="4294800" cy="25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60" name="Google Shape;60;p7"/>
          <p:cNvSpPr>
            <a:spLocks noGrp="1"/>
          </p:cNvSpPr>
          <p:nvPr>
            <p:ph type="pic" idx="2"/>
          </p:nvPr>
        </p:nvSpPr>
        <p:spPr>
          <a:xfrm>
            <a:off x="5643775" y="539500"/>
            <a:ext cx="2787000" cy="40644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pic>
        <p:nvPicPr>
          <p:cNvPr id="61" name="Google Shape;6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 flipH="1">
            <a:off x="-25" y="4170725"/>
            <a:ext cx="972775" cy="972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7"/>
          <p:cNvPicPr preferRelativeResize="0"/>
          <p:nvPr/>
        </p:nvPicPr>
        <p:blipFill rotWithShape="1">
          <a:blip r:embed="rId4">
            <a:alphaModFix/>
          </a:blip>
          <a:srcRect t="130" b="130"/>
          <a:stretch/>
        </p:blipFill>
        <p:spPr>
          <a:xfrm rot="-5400000">
            <a:off x="7509601" y="3503753"/>
            <a:ext cx="1716695" cy="130794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0" y="0"/>
            <a:ext cx="5837899" cy="536050"/>
            <a:chOff x="0" y="0"/>
            <a:chExt cx="5837899" cy="536050"/>
          </a:xfrm>
        </p:grpSpPr>
        <p:pic>
          <p:nvPicPr>
            <p:cNvPr id="64" name="Google Shape;64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0" y="0"/>
              <a:ext cx="5837899" cy="5360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" name="Google Shape;65;p7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265125" y="2466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3">
            <a:alphaModFix/>
          </a:blip>
          <a:srcRect b="22420"/>
          <a:stretch/>
        </p:blipFill>
        <p:spPr>
          <a:xfrm rot="5400000">
            <a:off x="-257665" y="461283"/>
            <a:ext cx="1768000" cy="10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7890675" y="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1" name="Google Shape;71;p8"/>
          <p:cNvGrpSpPr/>
          <p:nvPr/>
        </p:nvGrpSpPr>
        <p:grpSpPr>
          <a:xfrm>
            <a:off x="3881699" y="4752250"/>
            <a:ext cx="5260526" cy="388025"/>
            <a:chOff x="3881699" y="4752250"/>
            <a:chExt cx="5260526" cy="388025"/>
          </a:xfrm>
        </p:grpSpPr>
        <p:pic>
          <p:nvPicPr>
            <p:cNvPr id="72" name="Google Shape;72;p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3881699" y="4752250"/>
              <a:ext cx="5260526" cy="388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8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911768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grpSp>
        <p:nvGrpSpPr>
          <p:cNvPr id="78" name="Google Shape;78;p9"/>
          <p:cNvGrpSpPr/>
          <p:nvPr/>
        </p:nvGrpSpPr>
        <p:grpSpPr>
          <a:xfrm>
            <a:off x="-1" y="2100"/>
            <a:ext cx="9144001" cy="5141388"/>
            <a:chOff x="-1" y="2100"/>
            <a:chExt cx="9144001" cy="5141388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 rot="5400000" flipH="1">
              <a:off x="8171225" y="210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5400000" flipH="1">
              <a:off x="-1" y="417071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1" name="Google Shape;81;p9"/>
          <p:cNvGrpSpPr/>
          <p:nvPr/>
        </p:nvGrpSpPr>
        <p:grpSpPr>
          <a:xfrm rot="10800000">
            <a:off x="0" y="2100"/>
            <a:ext cx="4881173" cy="365700"/>
            <a:chOff x="4261050" y="4610675"/>
            <a:chExt cx="4881173" cy="365700"/>
          </a:xfrm>
        </p:grpSpPr>
        <p:pic>
          <p:nvPicPr>
            <p:cNvPr id="82" name="Google Shape;82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4261050" y="4610675"/>
              <a:ext cx="4881173" cy="3657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3" name="Google Shape;83;p9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 rot="10800000">
              <a:off x="7293388" y="475903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grpSp>
        <p:nvGrpSpPr>
          <p:cNvPr id="239" name="Google Shape;239;p23"/>
          <p:cNvGrpSpPr/>
          <p:nvPr/>
        </p:nvGrpSpPr>
        <p:grpSpPr>
          <a:xfrm>
            <a:off x="0" y="0"/>
            <a:ext cx="6523526" cy="369900"/>
            <a:chOff x="0" y="0"/>
            <a:chExt cx="6523526" cy="369900"/>
          </a:xfrm>
        </p:grpSpPr>
        <p:pic>
          <p:nvPicPr>
            <p:cNvPr id="240" name="Google Shape;240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0" y="0"/>
              <a:ext cx="6523526" cy="369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5125" y="15045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2" name="Google Shape;242;p23"/>
          <p:cNvGrpSpPr/>
          <p:nvPr/>
        </p:nvGrpSpPr>
        <p:grpSpPr>
          <a:xfrm>
            <a:off x="0" y="0"/>
            <a:ext cx="9144000" cy="5143512"/>
            <a:chOff x="0" y="0"/>
            <a:chExt cx="9144000" cy="5143512"/>
          </a:xfrm>
        </p:grpSpPr>
        <p:pic>
          <p:nvPicPr>
            <p:cNvPr id="243" name="Google Shape;243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71225" y="0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3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0" y="4170737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" name="Google Shape;30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3" name="Google Shape;303;p30"/>
          <p:cNvPicPr preferRelativeResize="0"/>
          <p:nvPr/>
        </p:nvPicPr>
        <p:blipFill rotWithShape="1">
          <a:blip r:embed="rId3">
            <a:alphaModFix/>
          </a:blip>
          <a:srcRect t="130" b="130"/>
          <a:stretch/>
        </p:blipFill>
        <p:spPr>
          <a:xfrm rot="-5400000">
            <a:off x="-145124" y="3582752"/>
            <a:ext cx="1716695" cy="1307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6088" y="-13650"/>
            <a:ext cx="1251550" cy="12515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05" name="Google Shape;305;p30"/>
          <p:cNvGrpSpPr/>
          <p:nvPr/>
        </p:nvGrpSpPr>
        <p:grpSpPr>
          <a:xfrm>
            <a:off x="0" y="-13638"/>
            <a:ext cx="8878852" cy="4923618"/>
            <a:chOff x="0" y="-13638"/>
            <a:chExt cx="8878852" cy="4923618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10800000">
              <a:off x="7293388" y="4840980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7" name="Google Shape;307;p30"/>
            <p:cNvGrpSpPr/>
            <p:nvPr/>
          </p:nvGrpSpPr>
          <p:grpSpPr>
            <a:xfrm>
              <a:off x="0" y="-13638"/>
              <a:ext cx="6523526" cy="536050"/>
              <a:chOff x="0" y="-13638"/>
              <a:chExt cx="6523526" cy="536050"/>
            </a:xfrm>
          </p:grpSpPr>
          <p:pic>
            <p:nvPicPr>
              <p:cNvPr id="308" name="Google Shape;308;p30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0" y="-13638"/>
                <a:ext cx="6523526" cy="5360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309" name="Google Shape;309;p30"/>
              <p:cNvPicPr preferRelativeResize="0"/>
              <p:nvPr/>
            </p:nvPicPr>
            <p:blipFill>
              <a:blip r:embed="rId5">
                <a:alphaModFix/>
              </a:blip>
              <a:stretch>
                <a:fillRect/>
              </a:stretch>
            </p:blipFill>
            <p:spPr>
              <a:xfrm>
                <a:off x="265125" y="232968"/>
                <a:ext cx="1585464" cy="69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Google Shape;311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25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31"/>
          <p:cNvPicPr preferRelativeResize="0"/>
          <p:nvPr/>
        </p:nvPicPr>
        <p:blipFill rotWithShape="1">
          <a:blip r:embed="rId3">
            <a:alphaModFix/>
          </a:blip>
          <a:srcRect l="73637" t="130" b="130"/>
          <a:stretch/>
        </p:blipFill>
        <p:spPr>
          <a:xfrm>
            <a:off x="8632789" y="38875"/>
            <a:ext cx="452574" cy="13079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13" name="Google Shape;313;p31"/>
          <p:cNvGrpSpPr/>
          <p:nvPr/>
        </p:nvGrpSpPr>
        <p:grpSpPr>
          <a:xfrm>
            <a:off x="-26" y="-20456"/>
            <a:ext cx="972776" cy="5162894"/>
            <a:chOff x="-26" y="-20456"/>
            <a:chExt cx="972776" cy="5162894"/>
          </a:xfrm>
        </p:grpSpPr>
        <p:pic>
          <p:nvPicPr>
            <p:cNvPr id="314" name="Google Shape;314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flipH="1">
              <a:off x="-25" y="-20456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3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5400000" flipH="1">
              <a:off x="-26" y="4169663"/>
              <a:ext cx="972775" cy="9727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6" name="Google Shape;316;p31"/>
          <p:cNvGrpSpPr/>
          <p:nvPr/>
        </p:nvGrpSpPr>
        <p:grpSpPr>
          <a:xfrm rot="10800000">
            <a:off x="5368113" y="4784100"/>
            <a:ext cx="3789523" cy="359400"/>
            <a:chOff x="-13638" y="0"/>
            <a:chExt cx="3789523" cy="359400"/>
          </a:xfrm>
        </p:grpSpPr>
        <p:pic>
          <p:nvPicPr>
            <p:cNvPr id="317" name="Google Shape;317;p31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-13638" y="0"/>
              <a:ext cx="3789523" cy="3594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31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265125" y="145205"/>
              <a:ext cx="1585464" cy="69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●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○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■"/>
              <a:defRPr sz="12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4" r:id="rId3"/>
    <p:sldLayoutId id="2147483655" r:id="rId4"/>
    <p:sldLayoutId id="2147483656" r:id="rId5"/>
    <p:sldLayoutId id="2147483658" r:id="rId6"/>
    <p:sldLayoutId id="2147483669" r:id="rId7"/>
    <p:sldLayoutId id="2147483676" r:id="rId8"/>
    <p:sldLayoutId id="214748367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5"/>
          <p:cNvSpPr txBox="1">
            <a:spLocks noGrp="1"/>
          </p:cNvSpPr>
          <p:nvPr>
            <p:ph type="ctrTitle"/>
          </p:nvPr>
        </p:nvSpPr>
        <p:spPr>
          <a:xfrm>
            <a:off x="936422" y="1191855"/>
            <a:ext cx="7271155" cy="147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s-MX" dirty="0" smtClean="0"/>
              <a:t>P12R01_SPUTIFFY_AEHM</a:t>
            </a:r>
            <a:endParaRPr dirty="0"/>
          </a:p>
        </p:txBody>
      </p:sp>
      <p:sp>
        <p:nvSpPr>
          <p:cNvPr id="330" name="Google Shape;330;p35"/>
          <p:cNvSpPr txBox="1">
            <a:spLocks noGrp="1"/>
          </p:cNvSpPr>
          <p:nvPr>
            <p:ph type="subTitle" idx="1"/>
          </p:nvPr>
        </p:nvSpPr>
        <p:spPr>
          <a:xfrm>
            <a:off x="972299" y="3156073"/>
            <a:ext cx="7199400" cy="5015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ADRIÁN ELEUTERIO HERNÁNDEZ MARTÍNEZ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6"/>
          <p:cNvSpPr txBox="1">
            <a:spLocks noGrp="1"/>
          </p:cNvSpPr>
          <p:nvPr>
            <p:ph type="title"/>
          </p:nvPr>
        </p:nvSpPr>
        <p:spPr>
          <a:xfrm>
            <a:off x="-755509" y="200064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MX" dirty="0"/>
              <a:t>Creación de la base de datos.</a:t>
            </a:r>
            <a:endParaRPr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9872" y="821315"/>
            <a:ext cx="7259783" cy="40836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55418"/>
            <a:ext cx="7704000" cy="484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tablas.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237" y="709180"/>
            <a:ext cx="7218218" cy="4060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44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1182" y="62346"/>
            <a:ext cx="7704000" cy="477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Creación de índices.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799" y="718704"/>
            <a:ext cx="7287491" cy="409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3549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17764"/>
            <a:ext cx="770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Carga inicial.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8" y="574964"/>
            <a:ext cx="7682345" cy="4321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090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</a:t>
            </a:r>
            <a:r>
              <a:rPr lang="es-MX" sz="2800" dirty="0" smtClean="0"/>
              <a:t>Vistas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364" y="630814"/>
            <a:ext cx="7751618" cy="4360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47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Creación de </a:t>
            </a:r>
            <a:r>
              <a:rPr lang="es-MX" sz="2800" dirty="0" err="1" smtClean="0"/>
              <a:t>SPs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144" y="799306"/>
            <a:ext cx="7516091" cy="395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7958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err="1" smtClean="0"/>
              <a:t>SPs</a:t>
            </a:r>
            <a:endParaRPr lang="es-MX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63" y="934325"/>
            <a:ext cx="7439891" cy="3924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386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Vistas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084" y="671945"/>
            <a:ext cx="7789333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414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limpieza de data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235" y="610465"/>
            <a:ext cx="7910945" cy="444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660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eliminar tablas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12" y="692726"/>
            <a:ext cx="7530715" cy="4236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4266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/>
              <a:t>Contingencia para </a:t>
            </a:r>
            <a:r>
              <a:rPr lang="es-MX" sz="2800" dirty="0" smtClean="0"/>
              <a:t>eliminar BD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436" y="719569"/>
            <a:ext cx="7606145" cy="4278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549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Ejecución scripts .</a:t>
            </a:r>
            <a:r>
              <a:rPr lang="es-MX" sz="2800" dirty="0" err="1" smtClean="0"/>
              <a:t>bat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345" y="724333"/>
            <a:ext cx="7474527" cy="4204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695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Ejecución scripts contingencia .</a:t>
            </a:r>
            <a:r>
              <a:rPr lang="es-MX" sz="2800" dirty="0" err="1" smtClean="0"/>
              <a:t>bat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778" y="614372"/>
            <a:ext cx="4295732" cy="452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80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4087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Restauración BD .</a:t>
            </a:r>
            <a:r>
              <a:rPr lang="es-MX" sz="2800" dirty="0" err="1" smtClean="0"/>
              <a:t>bak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290" y="761567"/>
            <a:ext cx="7211291" cy="4056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9175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7704000" cy="720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Sección de Audiolibros guardados de acuerdo al usuario.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182" y="797937"/>
            <a:ext cx="7294418" cy="4103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1931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138109" y="13855"/>
            <a:ext cx="4039036" cy="720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Buscar audiolibro en </a:t>
            </a:r>
            <a:r>
              <a:rPr lang="es-MX" sz="2800" dirty="0" err="1" smtClean="0"/>
              <a:t>Youtube</a:t>
            </a:r>
            <a:r>
              <a:rPr lang="es-MX" sz="2800" dirty="0" smtClean="0"/>
              <a:t>.</a:t>
            </a:r>
            <a:endParaRPr lang="es-MX" dirty="0"/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4291"/>
            <a:ext cx="4384193" cy="2466109"/>
          </a:xfrm>
          <a:prstGeom prst="rect">
            <a:avLst/>
          </a:prstGeom>
        </p:spPr>
      </p:pic>
      <p:sp>
        <p:nvSpPr>
          <p:cNvPr id="5" name="Google Shape;335;p36"/>
          <p:cNvSpPr txBox="1">
            <a:spLocks/>
          </p:cNvSpPr>
          <p:nvPr/>
        </p:nvSpPr>
        <p:spPr>
          <a:xfrm>
            <a:off x="4945636" y="734291"/>
            <a:ext cx="4039036" cy="116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Buscar audiolibro en mis audiolibros guardados.</a:t>
            </a:r>
            <a:endParaRPr lang="es-MX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223" y="1889413"/>
            <a:ext cx="4661285" cy="262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351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35;p36"/>
          <p:cNvSpPr txBox="1">
            <a:spLocks/>
          </p:cNvSpPr>
          <p:nvPr/>
        </p:nvSpPr>
        <p:spPr>
          <a:xfrm>
            <a:off x="262247" y="13855"/>
            <a:ext cx="8243891" cy="720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oppins"/>
              <a:buNone/>
              <a:defRPr sz="60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Poppins"/>
              <a:buNone/>
              <a:defRPr sz="4800" b="1" i="0" u="none" strike="noStrike" cap="none" spc="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r>
              <a:rPr lang="es-MX" sz="2800" dirty="0" smtClean="0"/>
              <a:t>Guardar, eliminar y volver a guardar el mismo audiolibro en un usuario:</a:t>
            </a:r>
            <a:endParaRPr lang="es-MX" dirty="0"/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796634"/>
            <a:ext cx="4239492" cy="238471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5963" y="796636"/>
            <a:ext cx="4232563" cy="2380816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3436" y="2762682"/>
            <a:ext cx="4232566" cy="2380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6665"/>
      </p:ext>
    </p:extLst>
  </p:cSld>
  <p:clrMapOvr>
    <a:masterClrMapping/>
  </p:clrMapOvr>
</p:sld>
</file>

<file path=ppt/theme/theme1.xml><?xml version="1.0" encoding="utf-8"?>
<a:theme xmlns:a="http://schemas.openxmlformats.org/drawingml/2006/main" name="Industrial Preliminary Project by Slidesgo">
  <a:themeElements>
    <a:clrScheme name="Simple Light">
      <a:dk1>
        <a:srgbClr val="202A41"/>
      </a:dk1>
      <a:lt1>
        <a:srgbClr val="FFFFFF"/>
      </a:lt1>
      <a:dk2>
        <a:srgbClr val="516988"/>
      </a:dk2>
      <a:lt2>
        <a:srgbClr val="D3E1F1"/>
      </a:lt2>
      <a:accent1>
        <a:srgbClr val="90ABCE"/>
      </a:accent1>
      <a:accent2>
        <a:srgbClr val="6E86A5"/>
      </a:accent2>
      <a:accent3>
        <a:srgbClr val="F5F4F3"/>
      </a:accent3>
      <a:accent4>
        <a:srgbClr val="FFFFFF"/>
      </a:accent4>
      <a:accent5>
        <a:srgbClr val="FFFFFF"/>
      </a:accent5>
      <a:accent6>
        <a:srgbClr val="FFFFFF"/>
      </a:accent6>
      <a:hlink>
        <a:srgbClr val="202A4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96</Words>
  <Application>Microsoft Office PowerPoint</Application>
  <PresentationFormat>Presentación en pantalla (16:9)</PresentationFormat>
  <Paragraphs>20</Paragraphs>
  <Slides>18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2" baseType="lpstr">
      <vt:lpstr>Nunito Light</vt:lpstr>
      <vt:lpstr>Arial</vt:lpstr>
      <vt:lpstr>Poppins</vt:lpstr>
      <vt:lpstr>Industrial Preliminary Project by Slidesgo</vt:lpstr>
      <vt:lpstr>P12R01_SPUTIFFY_AEHM</vt:lpstr>
      <vt:lpstr>Creación de la base de datos.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P05R01_BD_AEHM</dc:title>
  <cp:lastModifiedBy>Cuenta Microsoft</cp:lastModifiedBy>
  <cp:revision>10</cp:revision>
  <dcterms:modified xsi:type="dcterms:W3CDTF">2026-09-17T15:17:06Z</dcterms:modified>
</cp:coreProperties>
</file>