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70" r:id="rId14"/>
    <p:sldId id="266" r:id="rId15"/>
    <p:sldId id="267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EFE"/>
    <a:srgbClr val="77C6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ECD7B-4846-4B71-9B01-43AAC603A70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18379-2295-408C-9EBE-F8BC7807B0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451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712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2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86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3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462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294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54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38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845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907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832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821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7964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096696" y="242032"/>
            <a:ext cx="7944000" cy="6398400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 hasCustomPrompt="1"/>
          </p:nvPr>
        </p:nvSpPr>
        <p:spPr>
          <a:xfrm>
            <a:off x="2868428" y="389051"/>
            <a:ext cx="6400536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MX" dirty="0" smtClean="0"/>
              <a:t>Creación de Base de Datos</a:t>
            </a:r>
            <a:endParaRPr dirty="0"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 hasCustomPrompt="1"/>
          </p:nvPr>
        </p:nvSpPr>
        <p:spPr>
          <a:xfrm>
            <a:off x="3625015" y="5737233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MX" dirty="0" smtClean="0"/>
              <a:t>Notas</a:t>
            </a:r>
            <a:endParaRPr dirty="0"/>
          </a:p>
        </p:txBody>
      </p:sp>
      <p:grpSp>
        <p:nvGrpSpPr>
          <p:cNvPr id="50" name="Google Shape;50;p3"/>
          <p:cNvGrpSpPr/>
          <p:nvPr userDrawn="1"/>
        </p:nvGrpSpPr>
        <p:grpSpPr>
          <a:xfrm>
            <a:off x="577134" y="818"/>
            <a:ext cx="10694100" cy="6868828"/>
            <a:chOff x="432850" y="613"/>
            <a:chExt cx="8020575" cy="5151621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5788063" y="3360369"/>
              <a:ext cx="1617925" cy="506231"/>
              <a:chOff x="2952888" y="143319"/>
              <a:chExt cx="1617925" cy="506231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4543813" y="622550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52888" y="143319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4" name="Google Shape;104;p3"/>
            <p:cNvCxnSpPr/>
            <p:nvPr/>
          </p:nvCxnSpPr>
          <p:spPr>
            <a:xfrm>
              <a:off x="722787" y="2452234"/>
              <a:ext cx="0" cy="2700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817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817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062550" y="2405434"/>
              <a:ext cx="93600" cy="93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" name="Grupo 3"/>
          <p:cNvGrpSpPr/>
          <p:nvPr userDrawn="1"/>
        </p:nvGrpSpPr>
        <p:grpSpPr>
          <a:xfrm>
            <a:off x="11288717" y="5967633"/>
            <a:ext cx="1440000" cy="1440000"/>
            <a:chOff x="7436349" y="4355307"/>
            <a:chExt cx="720000" cy="720000"/>
          </a:xfrm>
        </p:grpSpPr>
        <p:sp>
          <p:nvSpPr>
            <p:cNvPr id="3" name="Elipse 2"/>
            <p:cNvSpPr/>
            <p:nvPr userDrawn="1"/>
          </p:nvSpPr>
          <p:spPr>
            <a:xfrm>
              <a:off x="7436349" y="4355307"/>
              <a:ext cx="720000" cy="72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9" name="Elipse 108"/>
            <p:cNvSpPr/>
            <p:nvPr userDrawn="1"/>
          </p:nvSpPr>
          <p:spPr>
            <a:xfrm>
              <a:off x="7526349" y="4449237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0" name="Elipse 109"/>
            <p:cNvSpPr/>
            <p:nvPr userDrawn="1"/>
          </p:nvSpPr>
          <p:spPr>
            <a:xfrm>
              <a:off x="7616350" y="4535307"/>
              <a:ext cx="360000" cy="36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" name="Grupo 5"/>
          <p:cNvGrpSpPr/>
          <p:nvPr userDrawn="1"/>
        </p:nvGrpSpPr>
        <p:grpSpPr>
          <a:xfrm>
            <a:off x="11456720" y="1971604"/>
            <a:ext cx="384000" cy="384000"/>
            <a:chOff x="8592540" y="1478703"/>
            <a:chExt cx="288000" cy="288000"/>
          </a:xfrm>
        </p:grpSpPr>
        <p:sp>
          <p:nvSpPr>
            <p:cNvPr id="113" name="Elipse 112"/>
            <p:cNvSpPr/>
            <p:nvPr userDrawn="1"/>
          </p:nvSpPr>
          <p:spPr>
            <a:xfrm>
              <a:off x="8592540" y="1478703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4" name="Elipse 113"/>
            <p:cNvSpPr/>
            <p:nvPr userDrawn="1"/>
          </p:nvSpPr>
          <p:spPr>
            <a:xfrm>
              <a:off x="8640540" y="1526703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upo 6"/>
          <p:cNvGrpSpPr/>
          <p:nvPr userDrawn="1"/>
        </p:nvGrpSpPr>
        <p:grpSpPr>
          <a:xfrm>
            <a:off x="6934139" y="16165"/>
            <a:ext cx="384000" cy="384000"/>
            <a:chOff x="5200604" y="12124"/>
            <a:chExt cx="288000" cy="288000"/>
          </a:xfrm>
        </p:grpSpPr>
        <p:sp>
          <p:nvSpPr>
            <p:cNvPr id="116" name="Elipse 115"/>
            <p:cNvSpPr/>
            <p:nvPr userDrawn="1"/>
          </p:nvSpPr>
          <p:spPr>
            <a:xfrm>
              <a:off x="5200604" y="12124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7" name="Elipse 116"/>
            <p:cNvSpPr/>
            <p:nvPr userDrawn="1"/>
          </p:nvSpPr>
          <p:spPr>
            <a:xfrm>
              <a:off x="5248604" y="60124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3586" y="1620718"/>
            <a:ext cx="6559148" cy="40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12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16228" y="791643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810264" y="464717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 hasCustomPrompt="1"/>
          </p:nvPr>
        </p:nvSpPr>
        <p:spPr>
          <a:xfrm>
            <a:off x="3625015" y="5737233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MX" dirty="0" smtClean="0"/>
              <a:t>Notas</a:t>
            </a:r>
            <a:endParaRPr dirty="0"/>
          </a:p>
        </p:txBody>
      </p:sp>
      <p:grpSp>
        <p:nvGrpSpPr>
          <p:cNvPr id="50" name="Google Shape;50;p3"/>
          <p:cNvGrpSpPr/>
          <p:nvPr userDrawn="1"/>
        </p:nvGrpSpPr>
        <p:grpSpPr>
          <a:xfrm>
            <a:off x="577134" y="818"/>
            <a:ext cx="10694100" cy="6868828"/>
            <a:chOff x="432850" y="613"/>
            <a:chExt cx="8020575" cy="5151621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5788063" y="3360369"/>
              <a:ext cx="1617925" cy="506231"/>
              <a:chOff x="2952888" y="143319"/>
              <a:chExt cx="1617925" cy="506231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4543813" y="622550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52888" y="143319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4" name="Google Shape;104;p3"/>
            <p:cNvCxnSpPr/>
            <p:nvPr/>
          </p:nvCxnSpPr>
          <p:spPr>
            <a:xfrm>
              <a:off x="722787" y="2452234"/>
              <a:ext cx="0" cy="2700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817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817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062550" y="2405434"/>
              <a:ext cx="93600" cy="93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" name="Grupo 3"/>
          <p:cNvGrpSpPr/>
          <p:nvPr userDrawn="1"/>
        </p:nvGrpSpPr>
        <p:grpSpPr>
          <a:xfrm>
            <a:off x="11288717" y="5967633"/>
            <a:ext cx="1440000" cy="1440000"/>
            <a:chOff x="7436349" y="4355307"/>
            <a:chExt cx="720000" cy="720000"/>
          </a:xfrm>
        </p:grpSpPr>
        <p:sp>
          <p:nvSpPr>
            <p:cNvPr id="3" name="Elipse 2"/>
            <p:cNvSpPr/>
            <p:nvPr userDrawn="1"/>
          </p:nvSpPr>
          <p:spPr>
            <a:xfrm>
              <a:off x="7436349" y="4355307"/>
              <a:ext cx="720000" cy="72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9" name="Elipse 108"/>
            <p:cNvSpPr/>
            <p:nvPr userDrawn="1"/>
          </p:nvSpPr>
          <p:spPr>
            <a:xfrm>
              <a:off x="7526349" y="4449237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0" name="Elipse 109"/>
            <p:cNvSpPr/>
            <p:nvPr userDrawn="1"/>
          </p:nvSpPr>
          <p:spPr>
            <a:xfrm>
              <a:off x="7616350" y="4535307"/>
              <a:ext cx="360000" cy="36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" name="Grupo 5"/>
          <p:cNvGrpSpPr/>
          <p:nvPr userDrawn="1"/>
        </p:nvGrpSpPr>
        <p:grpSpPr>
          <a:xfrm>
            <a:off x="11456720" y="1971604"/>
            <a:ext cx="384000" cy="384000"/>
            <a:chOff x="8592540" y="1478703"/>
            <a:chExt cx="288000" cy="288000"/>
          </a:xfrm>
        </p:grpSpPr>
        <p:sp>
          <p:nvSpPr>
            <p:cNvPr id="113" name="Elipse 112"/>
            <p:cNvSpPr/>
            <p:nvPr userDrawn="1"/>
          </p:nvSpPr>
          <p:spPr>
            <a:xfrm>
              <a:off x="8592540" y="1478703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4" name="Elipse 113"/>
            <p:cNvSpPr/>
            <p:nvPr userDrawn="1"/>
          </p:nvSpPr>
          <p:spPr>
            <a:xfrm>
              <a:off x="8640540" y="1526703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upo 6"/>
          <p:cNvGrpSpPr/>
          <p:nvPr userDrawn="1"/>
        </p:nvGrpSpPr>
        <p:grpSpPr>
          <a:xfrm>
            <a:off x="6934139" y="16165"/>
            <a:ext cx="384000" cy="384000"/>
            <a:chOff x="5200604" y="12124"/>
            <a:chExt cx="288000" cy="288000"/>
          </a:xfrm>
        </p:grpSpPr>
        <p:sp>
          <p:nvSpPr>
            <p:cNvPr id="116" name="Elipse 115"/>
            <p:cNvSpPr/>
            <p:nvPr userDrawn="1"/>
          </p:nvSpPr>
          <p:spPr>
            <a:xfrm>
              <a:off x="5200604" y="12124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7" name="Elipse 116"/>
            <p:cNvSpPr/>
            <p:nvPr userDrawn="1"/>
          </p:nvSpPr>
          <p:spPr>
            <a:xfrm>
              <a:off x="5248604" y="60124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9354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16228" y="791643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810264" y="464717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 hasCustomPrompt="1"/>
          </p:nvPr>
        </p:nvSpPr>
        <p:spPr>
          <a:xfrm>
            <a:off x="3625015" y="5737233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MX" dirty="0" smtClean="0"/>
              <a:t>Notas</a:t>
            </a:r>
            <a:endParaRPr dirty="0"/>
          </a:p>
        </p:txBody>
      </p:sp>
      <p:grpSp>
        <p:nvGrpSpPr>
          <p:cNvPr id="50" name="Google Shape;50;p3"/>
          <p:cNvGrpSpPr/>
          <p:nvPr userDrawn="1"/>
        </p:nvGrpSpPr>
        <p:grpSpPr>
          <a:xfrm>
            <a:off x="577134" y="818"/>
            <a:ext cx="10694100" cy="6868828"/>
            <a:chOff x="432850" y="613"/>
            <a:chExt cx="8020575" cy="5151621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5788063" y="3360369"/>
              <a:ext cx="1617925" cy="506231"/>
              <a:chOff x="2952888" y="143319"/>
              <a:chExt cx="1617925" cy="506231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4543813" y="622550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52888" y="143319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4" name="Google Shape;104;p3"/>
            <p:cNvCxnSpPr/>
            <p:nvPr/>
          </p:nvCxnSpPr>
          <p:spPr>
            <a:xfrm>
              <a:off x="722787" y="2452234"/>
              <a:ext cx="0" cy="2700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817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817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062550" y="2405434"/>
              <a:ext cx="93600" cy="93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" name="Grupo 3"/>
          <p:cNvGrpSpPr/>
          <p:nvPr userDrawn="1"/>
        </p:nvGrpSpPr>
        <p:grpSpPr>
          <a:xfrm>
            <a:off x="11288717" y="5967633"/>
            <a:ext cx="1440000" cy="1440000"/>
            <a:chOff x="7436349" y="4355307"/>
            <a:chExt cx="720000" cy="720000"/>
          </a:xfrm>
        </p:grpSpPr>
        <p:sp>
          <p:nvSpPr>
            <p:cNvPr id="3" name="Elipse 2"/>
            <p:cNvSpPr/>
            <p:nvPr userDrawn="1"/>
          </p:nvSpPr>
          <p:spPr>
            <a:xfrm>
              <a:off x="7436349" y="4355307"/>
              <a:ext cx="720000" cy="72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9" name="Elipse 108"/>
            <p:cNvSpPr/>
            <p:nvPr userDrawn="1"/>
          </p:nvSpPr>
          <p:spPr>
            <a:xfrm>
              <a:off x="7526349" y="4449237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0" name="Elipse 109"/>
            <p:cNvSpPr/>
            <p:nvPr userDrawn="1"/>
          </p:nvSpPr>
          <p:spPr>
            <a:xfrm>
              <a:off x="7616350" y="4535307"/>
              <a:ext cx="360000" cy="36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" name="Grupo 5"/>
          <p:cNvGrpSpPr/>
          <p:nvPr userDrawn="1"/>
        </p:nvGrpSpPr>
        <p:grpSpPr>
          <a:xfrm>
            <a:off x="11456720" y="1971604"/>
            <a:ext cx="384000" cy="384000"/>
            <a:chOff x="8592540" y="1478703"/>
            <a:chExt cx="288000" cy="288000"/>
          </a:xfrm>
        </p:grpSpPr>
        <p:sp>
          <p:nvSpPr>
            <p:cNvPr id="113" name="Elipse 112"/>
            <p:cNvSpPr/>
            <p:nvPr userDrawn="1"/>
          </p:nvSpPr>
          <p:spPr>
            <a:xfrm>
              <a:off x="8592540" y="1478703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4" name="Elipse 113"/>
            <p:cNvSpPr/>
            <p:nvPr userDrawn="1"/>
          </p:nvSpPr>
          <p:spPr>
            <a:xfrm>
              <a:off x="8640540" y="1526703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upo 6"/>
          <p:cNvGrpSpPr/>
          <p:nvPr userDrawn="1"/>
        </p:nvGrpSpPr>
        <p:grpSpPr>
          <a:xfrm>
            <a:off x="6934139" y="16165"/>
            <a:ext cx="384000" cy="384000"/>
            <a:chOff x="5200604" y="12124"/>
            <a:chExt cx="288000" cy="288000"/>
          </a:xfrm>
        </p:grpSpPr>
        <p:sp>
          <p:nvSpPr>
            <p:cNvPr id="116" name="Elipse 115"/>
            <p:cNvSpPr/>
            <p:nvPr userDrawn="1"/>
          </p:nvSpPr>
          <p:spPr>
            <a:xfrm>
              <a:off x="5200604" y="12124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7" name="Elipse 116"/>
            <p:cNvSpPr/>
            <p:nvPr userDrawn="1"/>
          </p:nvSpPr>
          <p:spPr>
            <a:xfrm>
              <a:off x="5248604" y="60124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6981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16228" y="791643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810264" y="464717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 hasCustomPrompt="1"/>
          </p:nvPr>
        </p:nvSpPr>
        <p:spPr>
          <a:xfrm>
            <a:off x="3625015" y="5737233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MX" dirty="0" smtClean="0"/>
              <a:t>Notas</a:t>
            </a:r>
            <a:endParaRPr dirty="0"/>
          </a:p>
        </p:txBody>
      </p:sp>
      <p:grpSp>
        <p:nvGrpSpPr>
          <p:cNvPr id="50" name="Google Shape;50;p3"/>
          <p:cNvGrpSpPr/>
          <p:nvPr userDrawn="1"/>
        </p:nvGrpSpPr>
        <p:grpSpPr>
          <a:xfrm>
            <a:off x="577134" y="818"/>
            <a:ext cx="10694100" cy="6868828"/>
            <a:chOff x="432850" y="613"/>
            <a:chExt cx="8020575" cy="5151621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5788063" y="3360369"/>
              <a:ext cx="1617925" cy="506231"/>
              <a:chOff x="2952888" y="143319"/>
              <a:chExt cx="1617925" cy="506231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4543813" y="622550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52888" y="143319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4" name="Google Shape;104;p3"/>
            <p:cNvCxnSpPr/>
            <p:nvPr/>
          </p:nvCxnSpPr>
          <p:spPr>
            <a:xfrm>
              <a:off x="722787" y="2452234"/>
              <a:ext cx="0" cy="2700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817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817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062550" y="2405434"/>
              <a:ext cx="93600" cy="93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" name="Grupo 3"/>
          <p:cNvGrpSpPr/>
          <p:nvPr userDrawn="1"/>
        </p:nvGrpSpPr>
        <p:grpSpPr>
          <a:xfrm>
            <a:off x="11288717" y="5967633"/>
            <a:ext cx="1440000" cy="1440000"/>
            <a:chOff x="7436349" y="4355307"/>
            <a:chExt cx="720000" cy="720000"/>
          </a:xfrm>
        </p:grpSpPr>
        <p:sp>
          <p:nvSpPr>
            <p:cNvPr id="3" name="Elipse 2"/>
            <p:cNvSpPr/>
            <p:nvPr userDrawn="1"/>
          </p:nvSpPr>
          <p:spPr>
            <a:xfrm>
              <a:off x="7436349" y="4355307"/>
              <a:ext cx="720000" cy="72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9" name="Elipse 108"/>
            <p:cNvSpPr/>
            <p:nvPr userDrawn="1"/>
          </p:nvSpPr>
          <p:spPr>
            <a:xfrm>
              <a:off x="7526349" y="4449237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0" name="Elipse 109"/>
            <p:cNvSpPr/>
            <p:nvPr userDrawn="1"/>
          </p:nvSpPr>
          <p:spPr>
            <a:xfrm>
              <a:off x="7616350" y="4535307"/>
              <a:ext cx="360000" cy="36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" name="Grupo 5"/>
          <p:cNvGrpSpPr/>
          <p:nvPr userDrawn="1"/>
        </p:nvGrpSpPr>
        <p:grpSpPr>
          <a:xfrm>
            <a:off x="11456720" y="1971604"/>
            <a:ext cx="384000" cy="384000"/>
            <a:chOff x="8592540" y="1478703"/>
            <a:chExt cx="288000" cy="288000"/>
          </a:xfrm>
        </p:grpSpPr>
        <p:sp>
          <p:nvSpPr>
            <p:cNvPr id="113" name="Elipse 112"/>
            <p:cNvSpPr/>
            <p:nvPr userDrawn="1"/>
          </p:nvSpPr>
          <p:spPr>
            <a:xfrm>
              <a:off x="8592540" y="1478703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4" name="Elipse 113"/>
            <p:cNvSpPr/>
            <p:nvPr userDrawn="1"/>
          </p:nvSpPr>
          <p:spPr>
            <a:xfrm>
              <a:off x="8640540" y="1526703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upo 6"/>
          <p:cNvGrpSpPr/>
          <p:nvPr userDrawn="1"/>
        </p:nvGrpSpPr>
        <p:grpSpPr>
          <a:xfrm>
            <a:off x="6934139" y="16165"/>
            <a:ext cx="384000" cy="384000"/>
            <a:chOff x="5200604" y="12124"/>
            <a:chExt cx="288000" cy="288000"/>
          </a:xfrm>
        </p:grpSpPr>
        <p:sp>
          <p:nvSpPr>
            <p:cNvPr id="116" name="Elipse 115"/>
            <p:cNvSpPr/>
            <p:nvPr userDrawn="1"/>
          </p:nvSpPr>
          <p:spPr>
            <a:xfrm>
              <a:off x="5200604" y="12124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7" name="Elipse 116"/>
            <p:cNvSpPr/>
            <p:nvPr userDrawn="1"/>
          </p:nvSpPr>
          <p:spPr>
            <a:xfrm>
              <a:off x="5248604" y="60124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2654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6998208" y="2670048"/>
            <a:ext cx="4352400" cy="23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6998208" y="4962144"/>
            <a:ext cx="4352400" cy="11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37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7769400" y="6017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10017233" y="6104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11131967" y="-88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10752367" y="1183800"/>
            <a:ext cx="775733" cy="776467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9804067" y="421701"/>
            <a:ext cx="389367" cy="390100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7587440" y="567744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584434" y="564367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7636092" y="616413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633104" y="613036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688877" y="66918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685887" y="666190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1" name="Google Shape;31;p2"/>
          <p:cNvGrpSpPr/>
          <p:nvPr/>
        </p:nvGrpSpPr>
        <p:grpSpPr>
          <a:xfrm>
            <a:off x="7257800" y="385700"/>
            <a:ext cx="233351" cy="36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10758334" y="2109067"/>
            <a:ext cx="233351" cy="36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8914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1_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816228" y="791643"/>
            <a:ext cx="6504936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3810264" y="464717"/>
            <a:ext cx="42672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 hasCustomPrompt="1"/>
          </p:nvPr>
        </p:nvSpPr>
        <p:spPr>
          <a:xfrm>
            <a:off x="3625015" y="5737233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s-MX" dirty="0" smtClean="0"/>
              <a:t>Notas</a:t>
            </a:r>
            <a:endParaRPr dirty="0"/>
          </a:p>
        </p:txBody>
      </p:sp>
      <p:grpSp>
        <p:nvGrpSpPr>
          <p:cNvPr id="50" name="Google Shape;50;p3"/>
          <p:cNvGrpSpPr/>
          <p:nvPr userDrawn="1"/>
        </p:nvGrpSpPr>
        <p:grpSpPr>
          <a:xfrm>
            <a:off x="577134" y="818"/>
            <a:ext cx="10694100" cy="6868828"/>
            <a:chOff x="432850" y="613"/>
            <a:chExt cx="8020575" cy="5151621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5788063" y="3360369"/>
              <a:ext cx="1617925" cy="506231"/>
              <a:chOff x="2952888" y="143319"/>
              <a:chExt cx="1617925" cy="506231"/>
            </a:xfrm>
          </p:grpSpPr>
          <p:sp>
            <p:nvSpPr>
              <p:cNvPr id="101" name="Google Shape;101;p3"/>
              <p:cNvSpPr/>
              <p:nvPr/>
            </p:nvSpPr>
            <p:spPr>
              <a:xfrm>
                <a:off x="4543813" y="622550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952888" y="143319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4" name="Google Shape;104;p3"/>
            <p:cNvCxnSpPr/>
            <p:nvPr/>
          </p:nvCxnSpPr>
          <p:spPr>
            <a:xfrm>
              <a:off x="722787" y="2452234"/>
              <a:ext cx="0" cy="2700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817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817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7062550" y="2405434"/>
              <a:ext cx="93600" cy="93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" name="Grupo 3"/>
          <p:cNvGrpSpPr/>
          <p:nvPr userDrawn="1"/>
        </p:nvGrpSpPr>
        <p:grpSpPr>
          <a:xfrm>
            <a:off x="11288717" y="5967633"/>
            <a:ext cx="1440000" cy="1440000"/>
            <a:chOff x="7436349" y="4355307"/>
            <a:chExt cx="720000" cy="720000"/>
          </a:xfrm>
        </p:grpSpPr>
        <p:sp>
          <p:nvSpPr>
            <p:cNvPr id="3" name="Elipse 2"/>
            <p:cNvSpPr/>
            <p:nvPr userDrawn="1"/>
          </p:nvSpPr>
          <p:spPr>
            <a:xfrm>
              <a:off x="7436349" y="4355307"/>
              <a:ext cx="720000" cy="72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9" name="Elipse 108"/>
            <p:cNvSpPr/>
            <p:nvPr userDrawn="1"/>
          </p:nvSpPr>
          <p:spPr>
            <a:xfrm>
              <a:off x="7526349" y="4449237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0" name="Elipse 109"/>
            <p:cNvSpPr/>
            <p:nvPr userDrawn="1"/>
          </p:nvSpPr>
          <p:spPr>
            <a:xfrm>
              <a:off x="7616350" y="4535307"/>
              <a:ext cx="360000" cy="360000"/>
            </a:xfrm>
            <a:prstGeom prst="ellipse">
              <a:avLst/>
            </a:prstGeom>
            <a:solidFill>
              <a:srgbClr val="77C6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" name="Grupo 5"/>
          <p:cNvGrpSpPr/>
          <p:nvPr userDrawn="1"/>
        </p:nvGrpSpPr>
        <p:grpSpPr>
          <a:xfrm>
            <a:off x="11456720" y="1971604"/>
            <a:ext cx="384000" cy="384000"/>
            <a:chOff x="8592540" y="1478703"/>
            <a:chExt cx="288000" cy="288000"/>
          </a:xfrm>
        </p:grpSpPr>
        <p:sp>
          <p:nvSpPr>
            <p:cNvPr id="113" name="Elipse 112"/>
            <p:cNvSpPr/>
            <p:nvPr userDrawn="1"/>
          </p:nvSpPr>
          <p:spPr>
            <a:xfrm>
              <a:off x="8592540" y="1478703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4" name="Elipse 113"/>
            <p:cNvSpPr/>
            <p:nvPr userDrawn="1"/>
          </p:nvSpPr>
          <p:spPr>
            <a:xfrm>
              <a:off x="8640540" y="1526703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7" name="Grupo 6"/>
          <p:cNvGrpSpPr/>
          <p:nvPr userDrawn="1"/>
        </p:nvGrpSpPr>
        <p:grpSpPr>
          <a:xfrm>
            <a:off x="6934139" y="16165"/>
            <a:ext cx="384000" cy="384000"/>
            <a:chOff x="5200604" y="12124"/>
            <a:chExt cx="288000" cy="288000"/>
          </a:xfrm>
        </p:grpSpPr>
        <p:sp>
          <p:nvSpPr>
            <p:cNvPr id="116" name="Elipse 115"/>
            <p:cNvSpPr/>
            <p:nvPr userDrawn="1"/>
          </p:nvSpPr>
          <p:spPr>
            <a:xfrm>
              <a:off x="5200604" y="12124"/>
              <a:ext cx="288000" cy="288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7" name="Elipse 116"/>
            <p:cNvSpPr/>
            <p:nvPr userDrawn="1"/>
          </p:nvSpPr>
          <p:spPr>
            <a:xfrm>
              <a:off x="5248604" y="60124"/>
              <a:ext cx="192000" cy="192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s-MX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6015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889504" y="4072128"/>
            <a:ext cx="6412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5979326" y="5910667"/>
            <a:ext cx="233351" cy="36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889504" y="3304032"/>
            <a:ext cx="64128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132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2410228" y="451100"/>
            <a:ext cx="73716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6608064" y="3377184"/>
            <a:ext cx="27796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791968" y="3377184"/>
            <a:ext cx="27796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6608064" y="2962656"/>
            <a:ext cx="27796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791968" y="2938272"/>
            <a:ext cx="27796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3706368" y="2170176"/>
            <a:ext cx="963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7522464" y="2170176"/>
            <a:ext cx="9632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44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2431300" y="451104"/>
            <a:ext cx="732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908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1072896" y="2645664"/>
            <a:ext cx="4389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1072896" y="4425696"/>
            <a:ext cx="4389200" cy="5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3399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799502" y="797889"/>
            <a:ext cx="8604973" cy="4841515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3499104" y="2161004"/>
            <a:ext cx="52060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733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48323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1194816" y="2718816"/>
            <a:ext cx="4754800" cy="18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6532200" y="1095800"/>
            <a:ext cx="4128000" cy="4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7" name="Google Shape;457;p9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8" name="Google Shape;458;p9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9" name="Google Shape;459;p9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1" name="Google Shape;461;p9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1774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496067" y="2596896"/>
            <a:ext cx="37184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800800" y="463296"/>
            <a:ext cx="6596000" cy="7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787267" y="5787467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10633" y="5776800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2195619" y="6155433"/>
            <a:ext cx="390815" cy="391184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49659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2606431" y="1499792"/>
            <a:ext cx="6979139" cy="4092192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4303776" y="3755136"/>
            <a:ext cx="3572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4" name="Google Shape;604;p11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5" name="Google Shape;605;p11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6" name="Google Shape;606;p11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7" name="Google Shape;607;p11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8" name="Google Shape;608;p11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3499104" y="2743200"/>
            <a:ext cx="5206000" cy="10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85076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7609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7876032" y="475488"/>
            <a:ext cx="3486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2218944" y="573024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2218944" y="950976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2218944" y="2011680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2218944" y="2389632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2218944" y="3450336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2218944" y="3828288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2218944" y="4888992"/>
            <a:ext cx="34868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2218944" y="5266944"/>
            <a:ext cx="34868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1085088" y="963168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1085088" y="2401824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1085088" y="3840480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1085088" y="5279136"/>
            <a:ext cx="6096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58038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Three columns of text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2292096" y="451104"/>
            <a:ext cx="74372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4925568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365504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8473440" y="3218688"/>
            <a:ext cx="23532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4925568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365504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8473440" y="3767328"/>
            <a:ext cx="2353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62113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Four columns of text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2091700" y="589800"/>
            <a:ext cx="80084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2279904" y="2060448"/>
            <a:ext cx="2593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2279904" y="2584704"/>
            <a:ext cx="25936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7290816" y="2060448"/>
            <a:ext cx="25968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7290816" y="2584704"/>
            <a:ext cx="25968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3767328" y="4267200"/>
            <a:ext cx="2593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3767328" y="4791456"/>
            <a:ext cx="25936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8619744" y="4267200"/>
            <a:ext cx="2658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8619744" y="4791456"/>
            <a:ext cx="26580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2725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Three columns of text 2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944233" y="457033"/>
            <a:ext cx="63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8290560" y="2426208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4998720" y="1670304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719072" y="2426208"/>
            <a:ext cx="21824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8290560" y="2852928"/>
            <a:ext cx="21824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4998720" y="2109216"/>
            <a:ext cx="21824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719072" y="2852928"/>
            <a:ext cx="21824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354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Six columns of text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4120896" y="451104"/>
            <a:ext cx="39504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2029900" y="2117781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2029900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4919403" y="2117781"/>
            <a:ext cx="23532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4919403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7808900" y="2117781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7808900" y="2570892"/>
            <a:ext cx="2353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2029900" y="4287944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2029900" y="4741356"/>
            <a:ext cx="23532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4796600" y="4287948"/>
            <a:ext cx="259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4796667" y="4741356"/>
            <a:ext cx="25988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7808900" y="4287944"/>
            <a:ext cx="235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7808900" y="4741356"/>
            <a:ext cx="23532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3872377" y="60174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2082777" y="5989767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346077" y="58773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9156" y="5324733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704444" y="6017433"/>
            <a:ext cx="775733" cy="776467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3663478" y="5787285"/>
            <a:ext cx="389367" cy="390100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228411" y="5753367"/>
            <a:ext cx="233333" cy="233333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5164263" y="6210067"/>
            <a:ext cx="390815" cy="391184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323027" y="5523233"/>
            <a:ext cx="233351" cy="36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7993400" y="302133"/>
            <a:ext cx="2006000" cy="29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10017233" y="6104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11131967" y="-88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10752367" y="1387000"/>
            <a:ext cx="775733" cy="776467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9804067" y="421701"/>
            <a:ext cx="389367" cy="390100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11723067" y="428367"/>
            <a:ext cx="233333" cy="233333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7772406" y="916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7" name="Google Shape;827;p17"/>
          <p:cNvSpPr/>
          <p:nvPr/>
        </p:nvSpPr>
        <p:spPr>
          <a:xfrm>
            <a:off x="7769401" y="882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7821059" y="1402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9" name="Google Shape;829;p17"/>
          <p:cNvSpPr/>
          <p:nvPr/>
        </p:nvSpPr>
        <p:spPr>
          <a:xfrm>
            <a:off x="7818070" y="1369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7873844" y="1930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7870854" y="1900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832" name="Google Shape;832;p17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11571134" y="2210667"/>
            <a:ext cx="233351" cy="36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87876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694688" y="451104"/>
            <a:ext cx="88148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6254500" y="1988468"/>
            <a:ext cx="4742800" cy="3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6802272" y="60174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8313072" y="5989767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10063372" y="58773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11829405" y="5324733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9705272" y="6017433"/>
            <a:ext cx="775733" cy="776467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8132606" y="5787285"/>
            <a:ext cx="389367" cy="390100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11723706" y="5753367"/>
            <a:ext cx="233333" cy="233333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6630373" y="6210067"/>
            <a:ext cx="390815" cy="391184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11629073" y="5523233"/>
            <a:ext cx="233351" cy="36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68941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807233" y="512064"/>
            <a:ext cx="6583600" cy="14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4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4023360" y="2279904"/>
            <a:ext cx="4133200" cy="1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133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3319167" y="4885600"/>
            <a:ext cx="5548800" cy="1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77C6FC"/>
                </a:solidFill>
                <a:effectLst/>
                <a:uLnTx/>
                <a:uFillTx/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77C6FC"/>
                </a:solidFill>
                <a:effectLst/>
                <a:uLnTx/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77C6FC"/>
                </a:solidFill>
                <a:effectLst/>
                <a:uLnTx/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77C6FC"/>
                </a:solidFill>
                <a:effectLst/>
                <a:uLnTx/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kumimoji="0" lang="en" sz="1467" b="0" i="0" u="none" strike="noStrike" kern="0" cap="none" spc="0" normalizeH="0" baseline="0" noProof="0">
                <a:ln>
                  <a:noFill/>
                </a:ln>
                <a:solidFill>
                  <a:srgbClr val="77C6FC"/>
                </a:solidFill>
                <a:effectLst/>
                <a:uLnTx/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68" name="Google Shape;968;p19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69" name="Google Shape;969;p19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70" name="Google Shape;970;p19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71" name="Google Shape;971;p19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72" name="Google Shape;972;p19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9023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3767328" y="938784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3767328" y="1633728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3767328" y="291388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3767328" y="3596640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3767328" y="4864608"/>
            <a:ext cx="46452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3779520" y="5559552"/>
            <a:ext cx="46452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16506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Three columns of text 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3950208" y="451104"/>
            <a:ext cx="429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877567" y="1380372"/>
            <a:ext cx="291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877567" y="1782608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877567" y="3079301"/>
            <a:ext cx="2912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877567" y="3479972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877567" y="4783527"/>
            <a:ext cx="291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877567" y="5185756"/>
            <a:ext cx="2912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52863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Three columns of text 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944233" y="457033"/>
            <a:ext cx="63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7522464" y="3657600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4852416" y="2182368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2182368" y="2999232"/>
            <a:ext cx="24872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7522464" y="4108704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4852416" y="2633472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2182368" y="3462528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5596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3377184" y="451104"/>
            <a:ext cx="5450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952867" y="1536200"/>
            <a:ext cx="10274000" cy="47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404000" y="4479167"/>
            <a:ext cx="202400" cy="12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5776733"/>
            <a:ext cx="595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400985" y="5557067"/>
            <a:ext cx="389367" cy="390100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98386" y="4299067"/>
            <a:ext cx="390815" cy="391184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26805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787267" y="5787467"/>
            <a:ext cx="8936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5776733"/>
            <a:ext cx="7876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575634" y="5578367"/>
            <a:ext cx="389367" cy="390100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434386" y="6139567"/>
            <a:ext cx="390815" cy="391184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9595967" y="393467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11138767" y="-88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10752367" y="702567"/>
            <a:ext cx="775733" cy="776467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9378501" y="227834"/>
            <a:ext cx="389367" cy="390100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11677267" y="306200"/>
            <a:ext cx="233333" cy="233333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11320067" y="227833"/>
            <a:ext cx="233351" cy="36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10555134" y="1499467"/>
            <a:ext cx="233351" cy="36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1027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1194800" y="2645933"/>
            <a:ext cx="4609600" cy="17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2194567" y="697500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1070733" y="706233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86933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665867" y="1279567"/>
            <a:ext cx="775733" cy="776467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2000534" y="517467"/>
            <a:ext cx="389367" cy="390100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4221708" y="663510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4" name="Google Shape;1244;p25"/>
          <p:cNvSpPr/>
          <p:nvPr/>
        </p:nvSpPr>
        <p:spPr>
          <a:xfrm flipH="1">
            <a:off x="4218719" y="660133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5" name="Google Shape;1245;p25"/>
          <p:cNvSpPr/>
          <p:nvPr/>
        </p:nvSpPr>
        <p:spPr>
          <a:xfrm flipH="1">
            <a:off x="4270374" y="71217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6" name="Google Shape;1246;p25"/>
          <p:cNvSpPr/>
          <p:nvPr/>
        </p:nvSpPr>
        <p:spPr>
          <a:xfrm flipH="1">
            <a:off x="4267368" y="708803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7" name="Google Shape;1247;p25"/>
          <p:cNvSpPr/>
          <p:nvPr/>
        </p:nvSpPr>
        <p:spPr>
          <a:xfrm flipH="1">
            <a:off x="4323522" y="764946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48" name="Google Shape;1248;p25"/>
          <p:cNvSpPr/>
          <p:nvPr/>
        </p:nvSpPr>
        <p:spPr>
          <a:xfrm flipH="1">
            <a:off x="4320146" y="76195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4702817" y="481467"/>
            <a:ext cx="233351" cy="36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640550" y="323600"/>
            <a:ext cx="233351" cy="36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1202283" y="2204833"/>
            <a:ext cx="233351" cy="36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1055200" y="5616533"/>
            <a:ext cx="15428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5627233"/>
            <a:ext cx="10552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665867" y="5254567"/>
            <a:ext cx="775733" cy="776467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2426101" y="6115667"/>
            <a:ext cx="389367" cy="390100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83367" y="6194067"/>
            <a:ext cx="233333" cy="233333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640550" y="6469767"/>
            <a:ext cx="233351" cy="36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405483" y="5198133"/>
            <a:ext cx="233351" cy="36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2498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10812000" y="668367"/>
            <a:ext cx="983600" cy="9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776633" y="376251"/>
            <a:ext cx="1617200" cy="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365584"/>
            <a:ext cx="776800" cy="8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565001" y="167151"/>
            <a:ext cx="389367" cy="390100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2184986" y="744217"/>
            <a:ext cx="390815" cy="391184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2122334" y="483467"/>
            <a:ext cx="233351" cy="36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10868433" y="9167"/>
            <a:ext cx="1336800" cy="6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10431834" y="269833"/>
            <a:ext cx="775733" cy="776467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11598201" y="1489985"/>
            <a:ext cx="389367" cy="390100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11571134" y="2109067"/>
            <a:ext cx="233351" cy="36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475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9692944" y="4432733"/>
            <a:ext cx="1510800" cy="408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9575211" y="2776533"/>
            <a:ext cx="1789600" cy="420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9643244" y="981833"/>
            <a:ext cx="1776000" cy="5228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10891244" y="-88800"/>
            <a:ext cx="365200" cy="5428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9876444" y="1713233"/>
            <a:ext cx="775733" cy="776467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10492961" y="3672267"/>
            <a:ext cx="389367" cy="390100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10683278" y="237567"/>
            <a:ext cx="233333" cy="233333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10068911" y="5173235"/>
            <a:ext cx="390815" cy="391184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11012070" y="430859"/>
            <a:ext cx="233351" cy="36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987800" y="3464433"/>
            <a:ext cx="2230000" cy="16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1129467" y="4738667"/>
            <a:ext cx="1106000" cy="9912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474367" y="5535000"/>
            <a:ext cx="1062000" cy="1584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828634" y="5416033"/>
            <a:ext cx="775733" cy="776467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977101" y="4467734"/>
            <a:ext cx="389367" cy="390100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2126834" y="6387100"/>
            <a:ext cx="233333" cy="233333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836156" y="2251658"/>
            <a:ext cx="384819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833168" y="2248281"/>
            <a:ext cx="390815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884814" y="2300319"/>
            <a:ext cx="287501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881817" y="2296952"/>
            <a:ext cx="293497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937786" y="2352910"/>
            <a:ext cx="181569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934595" y="2350106"/>
            <a:ext cx="187935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2268159" y="2020508"/>
            <a:ext cx="233351" cy="36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2426026" y="6082775"/>
            <a:ext cx="233351" cy="36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544793" y="5521041"/>
            <a:ext cx="233351" cy="36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03473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348948" y="-1544"/>
            <a:ext cx="11400435" cy="53088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1962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46137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9048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799502" y="797889"/>
            <a:ext cx="8604973" cy="4841515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3499104" y="1358037"/>
            <a:ext cx="52060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9156" y="-8833"/>
            <a:ext cx="12203123" cy="6802733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4852400" y="3462528"/>
            <a:ext cx="24872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75539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2508467" y="1662467"/>
            <a:ext cx="28444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5627100" y="1662467"/>
            <a:ext cx="41332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3377184" y="451104"/>
            <a:ext cx="5450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577134" y="0"/>
            <a:ext cx="11037733" cy="68876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528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5313A-48F8-47EC-A3A5-99940391F5F7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EADE-EEE7-4660-BD26-F8952D0896C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43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5000" y="702567"/>
            <a:ext cx="1026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73969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1586957" y="2177682"/>
            <a:ext cx="6503305" cy="2389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s-ES" sz="6667" dirty="0" smtClean="0"/>
              <a:t>PruebaTecnica1_MC_AEHM</a:t>
            </a:r>
            <a:endParaRPr sz="6667" dirty="0"/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8876815" y="4567282"/>
            <a:ext cx="2863341" cy="102102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s-MX" sz="2800" dirty="0" smtClean="0"/>
              <a:t>Prueba Técnica MC</a:t>
            </a:r>
            <a:endParaRPr sz="2800" dirty="0"/>
          </a:p>
          <a:p>
            <a:pPr>
              <a:buClr>
                <a:schemeClr val="dk1"/>
              </a:buClr>
              <a:buSzPts val="1100"/>
            </a:pPr>
            <a:endParaRPr sz="3067" dirty="0"/>
          </a:p>
          <a:p>
            <a:endParaRPr sz="3067" dirty="0"/>
          </a:p>
        </p:txBody>
      </p:sp>
      <p:sp>
        <p:nvSpPr>
          <p:cNvPr id="198" name="Google Shape;1884;p35"/>
          <p:cNvSpPr txBox="1">
            <a:spLocks/>
          </p:cNvSpPr>
          <p:nvPr/>
        </p:nvSpPr>
        <p:spPr>
          <a:xfrm>
            <a:off x="8090263" y="5836104"/>
            <a:ext cx="3649894" cy="98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jalla One"/>
              <a:buNone/>
              <a:defRPr sz="6933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s-ES" sz="2900" kern="0" dirty="0" smtClean="0"/>
              <a:t>Adrián Eleuterio Hernández Martínez</a:t>
            </a:r>
            <a:endParaRPr lang="es-ES" sz="2900" kern="0" dirty="0"/>
          </a:p>
        </p:txBody>
      </p:sp>
    </p:spTree>
    <p:extLst>
      <p:ext uri="{BB962C8B-B14F-4D97-AF65-F5344CB8AC3E}">
        <p14:creationId xmlns:p14="http://schemas.microsoft.com/office/powerpoint/2010/main" val="145765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21302449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502067" y="391966"/>
            <a:ext cx="7200700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Creación Base de Datos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29" y="1846245"/>
            <a:ext cx="8102837" cy="42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644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20796883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949771" y="450533"/>
            <a:ext cx="6581220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Creación Tablas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84" y="1538026"/>
            <a:ext cx="8638903" cy="485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48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2034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623583" y="450533"/>
            <a:ext cx="7233593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Carga Inicial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28" y="1490247"/>
            <a:ext cx="8684073" cy="488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797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986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873355" y="450533"/>
            <a:ext cx="10659736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Contingencia de Carga Inicial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656" y="1536640"/>
            <a:ext cx="8847909" cy="497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941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938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1032000" y="393796"/>
            <a:ext cx="10639116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Contingencia de Tablas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529" y="1607636"/>
            <a:ext cx="8752114" cy="492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44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890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949771" y="450533"/>
            <a:ext cx="6581220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err="1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Contingecia</a:t>
            </a: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 de Base de Datos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66" y="1791083"/>
            <a:ext cx="8577943" cy="48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69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842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186875" y="2097285"/>
            <a:ext cx="4664636" cy="315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Ejecución de los Scripts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6103" t="10719" r="47206" b="16863"/>
          <a:stretch/>
        </p:blipFill>
        <p:spPr>
          <a:xfrm>
            <a:off x="5245082" y="1021875"/>
            <a:ext cx="5692588" cy="496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56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794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-145121" y="1484592"/>
            <a:ext cx="5448566" cy="358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60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Ejecución de los Scripts de contingencia</a:t>
            </a:r>
            <a:endParaRPr kumimoji="0" lang="es-ES" sz="60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3750" t="8758" r="50294" b="20131"/>
          <a:stretch/>
        </p:blipFill>
        <p:spPr>
          <a:xfrm>
            <a:off x="5417528" y="900533"/>
            <a:ext cx="5602941" cy="48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12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794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995999" y="114985"/>
            <a:ext cx="10537091" cy="130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4400" kern="0" noProof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Respaldo .</a:t>
            </a:r>
            <a:r>
              <a:rPr lang="es-ES" sz="4400" kern="0" noProof="0" dirty="0" err="1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bak</a:t>
            </a:r>
            <a:endParaRPr kumimoji="0" lang="es-ES" sz="44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397" y="1394377"/>
            <a:ext cx="9036424" cy="50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872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746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378107" y="348222"/>
            <a:ext cx="8200822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5400" kern="0" dirty="0" err="1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Login</a:t>
            </a:r>
            <a:r>
              <a:rPr lang="es-ES" sz="54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 / Cambio de contraseña</a:t>
            </a:r>
            <a:endParaRPr kumimoji="0" lang="es-ES" sz="54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52" name="Imagen 51"/>
          <p:cNvPicPr/>
          <p:nvPr/>
        </p:nvPicPr>
        <p:blipFill>
          <a:blip r:embed="rId2"/>
          <a:stretch>
            <a:fillRect/>
          </a:stretch>
        </p:blipFill>
        <p:spPr>
          <a:xfrm>
            <a:off x="117442" y="1362115"/>
            <a:ext cx="6361076" cy="3454901"/>
          </a:xfrm>
          <a:prstGeom prst="rect">
            <a:avLst/>
          </a:prstGeom>
        </p:spPr>
      </p:pic>
      <p:pic>
        <p:nvPicPr>
          <p:cNvPr id="53" name="Imagen 52"/>
          <p:cNvPicPr/>
          <p:nvPr/>
        </p:nvPicPr>
        <p:blipFill>
          <a:blip r:embed="rId3"/>
          <a:stretch>
            <a:fillRect/>
          </a:stretch>
        </p:blipFill>
        <p:spPr>
          <a:xfrm>
            <a:off x="5733472" y="3047915"/>
            <a:ext cx="6375887" cy="345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57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746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378107" y="348222"/>
            <a:ext cx="7721478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5400" kern="0" noProof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Usuarios / </a:t>
            </a:r>
            <a:r>
              <a:rPr lang="es-ES" sz="5400" kern="0" noProof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Reportes</a:t>
            </a:r>
            <a:endParaRPr kumimoji="0" lang="es-ES" sz="54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52" name="Imagen 51"/>
          <p:cNvPicPr/>
          <p:nvPr/>
        </p:nvPicPr>
        <p:blipFill>
          <a:blip r:embed="rId2"/>
          <a:stretch>
            <a:fillRect/>
          </a:stretch>
        </p:blipFill>
        <p:spPr>
          <a:xfrm>
            <a:off x="108212" y="1381750"/>
            <a:ext cx="5711186" cy="3363266"/>
          </a:xfrm>
          <a:prstGeom prst="rect">
            <a:avLst/>
          </a:prstGeom>
        </p:spPr>
      </p:pic>
      <p:pic>
        <p:nvPicPr>
          <p:cNvPr id="53" name="Imagen 52"/>
          <p:cNvPicPr/>
          <p:nvPr/>
        </p:nvPicPr>
        <p:blipFill>
          <a:blip r:embed="rId3"/>
          <a:stretch>
            <a:fillRect/>
          </a:stretch>
        </p:blipFill>
        <p:spPr>
          <a:xfrm>
            <a:off x="5363078" y="2778255"/>
            <a:ext cx="6716742" cy="364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17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698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2000" y="-1631868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370078" y="4817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10020087" y="60967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10453122" y="2763218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1475089" y="389571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179553" y="62892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379734" y="6263652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533091" y="212911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083182" y="473860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081947" y="410946"/>
            <a:ext cx="8093991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5400" kern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Impresiones </a:t>
            </a:r>
            <a:r>
              <a:rPr lang="es-ES" sz="5400" kern="0" dirty="0" err="1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Config</a:t>
            </a:r>
            <a:endParaRPr kumimoji="0" lang="es-ES" sz="54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52" name="Imagen 51"/>
          <p:cNvPicPr/>
          <p:nvPr/>
        </p:nvPicPr>
        <p:blipFill>
          <a:blip r:embed="rId2"/>
          <a:stretch>
            <a:fillRect/>
          </a:stretch>
        </p:blipFill>
        <p:spPr>
          <a:xfrm>
            <a:off x="2815136" y="1777778"/>
            <a:ext cx="6900999" cy="400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499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53"/>
          <p:cNvSpPr/>
          <p:nvPr/>
        </p:nvSpPr>
        <p:spPr>
          <a:xfrm rot="16500000">
            <a:off x="1950156" y="174493"/>
            <a:ext cx="8580450" cy="6661212"/>
          </a:xfrm>
          <a:custGeom>
            <a:avLst/>
            <a:gdLst>
              <a:gd name="connsiteX0" fmla="*/ 585126 w 4456291"/>
              <a:gd name="connsiteY0" fmla="*/ 2482252 h 3666513"/>
              <a:gd name="connsiteX1" fmla="*/ 30944 w 4456291"/>
              <a:gd name="connsiteY1" fmla="*/ 1540143 h 3666513"/>
              <a:gd name="connsiteX2" fmla="*/ 141780 w 4456291"/>
              <a:gd name="connsiteY2" fmla="*/ 542616 h 3666513"/>
              <a:gd name="connsiteX3" fmla="*/ 737526 w 4456291"/>
              <a:gd name="connsiteY3" fmla="*/ 210106 h 3666513"/>
              <a:gd name="connsiteX4" fmla="*/ 2164544 w 4456291"/>
              <a:gd name="connsiteY4" fmla="*/ 2288 h 3666513"/>
              <a:gd name="connsiteX5" fmla="*/ 3619271 w 4456291"/>
              <a:gd name="connsiteY5" fmla="*/ 140834 h 3666513"/>
              <a:gd name="connsiteX6" fmla="*/ 4339707 w 4456291"/>
              <a:gd name="connsiteY6" fmla="*/ 722725 h 3666513"/>
              <a:gd name="connsiteX7" fmla="*/ 4381271 w 4456291"/>
              <a:gd name="connsiteY7" fmla="*/ 1775670 h 3666513"/>
              <a:gd name="connsiteX8" fmla="*/ 3605416 w 4456291"/>
              <a:gd name="connsiteY8" fmla="*/ 2537670 h 3666513"/>
              <a:gd name="connsiteX9" fmla="*/ 3328326 w 4456291"/>
              <a:gd name="connsiteY9" fmla="*/ 3133416 h 3666513"/>
              <a:gd name="connsiteX10" fmla="*/ 3078944 w 4456291"/>
              <a:gd name="connsiteY10" fmla="*/ 3507488 h 3666513"/>
              <a:gd name="connsiteX11" fmla="*/ 2566326 w 4456291"/>
              <a:gd name="connsiteY11" fmla="*/ 3659888 h 3666513"/>
              <a:gd name="connsiteX12" fmla="*/ 1942871 w 4456291"/>
              <a:gd name="connsiteY12" fmla="*/ 3604470 h 3666513"/>
              <a:gd name="connsiteX13" fmla="*/ 1153162 w 4456291"/>
              <a:gd name="connsiteY13" fmla="*/ 3299670 h 3666513"/>
              <a:gd name="connsiteX14" fmla="*/ 585126 w 4456291"/>
              <a:gd name="connsiteY14" fmla="*/ 2482252 h 3666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6291" h="3666513">
                <a:moveTo>
                  <a:pt x="585126" y="2482252"/>
                </a:moveTo>
                <a:cubicBezTo>
                  <a:pt x="398090" y="2188997"/>
                  <a:pt x="104835" y="1863416"/>
                  <a:pt x="30944" y="1540143"/>
                </a:cubicBezTo>
                <a:cubicBezTo>
                  <a:pt x="-42947" y="1216870"/>
                  <a:pt x="24016" y="764289"/>
                  <a:pt x="141780" y="542616"/>
                </a:cubicBezTo>
                <a:cubicBezTo>
                  <a:pt x="259544" y="320943"/>
                  <a:pt x="400399" y="300161"/>
                  <a:pt x="737526" y="210106"/>
                </a:cubicBezTo>
                <a:cubicBezTo>
                  <a:pt x="1074653" y="120051"/>
                  <a:pt x="1684253" y="13833"/>
                  <a:pt x="2164544" y="2288"/>
                </a:cubicBezTo>
                <a:cubicBezTo>
                  <a:pt x="2644835" y="-9257"/>
                  <a:pt x="3256744" y="20761"/>
                  <a:pt x="3619271" y="140834"/>
                </a:cubicBezTo>
                <a:cubicBezTo>
                  <a:pt x="3981798" y="260907"/>
                  <a:pt x="4212707" y="450252"/>
                  <a:pt x="4339707" y="722725"/>
                </a:cubicBezTo>
                <a:cubicBezTo>
                  <a:pt x="4466707" y="995198"/>
                  <a:pt x="4503653" y="1473179"/>
                  <a:pt x="4381271" y="1775670"/>
                </a:cubicBezTo>
                <a:cubicBezTo>
                  <a:pt x="4258889" y="2078161"/>
                  <a:pt x="3780907" y="2311379"/>
                  <a:pt x="3605416" y="2537670"/>
                </a:cubicBezTo>
                <a:cubicBezTo>
                  <a:pt x="3429925" y="2763961"/>
                  <a:pt x="3416071" y="2971780"/>
                  <a:pt x="3328326" y="3133416"/>
                </a:cubicBezTo>
                <a:cubicBezTo>
                  <a:pt x="3240581" y="3295052"/>
                  <a:pt x="3205944" y="3419743"/>
                  <a:pt x="3078944" y="3507488"/>
                </a:cubicBezTo>
                <a:cubicBezTo>
                  <a:pt x="2951944" y="3595233"/>
                  <a:pt x="2755671" y="3643724"/>
                  <a:pt x="2566326" y="3659888"/>
                </a:cubicBezTo>
                <a:cubicBezTo>
                  <a:pt x="2376981" y="3676052"/>
                  <a:pt x="2178398" y="3664506"/>
                  <a:pt x="1942871" y="3604470"/>
                </a:cubicBezTo>
                <a:cubicBezTo>
                  <a:pt x="1707344" y="3544434"/>
                  <a:pt x="1372526" y="3482088"/>
                  <a:pt x="1153162" y="3299670"/>
                </a:cubicBezTo>
                <a:cubicBezTo>
                  <a:pt x="933798" y="3117252"/>
                  <a:pt x="772162" y="2775507"/>
                  <a:pt x="585126" y="2482252"/>
                </a:cubicBezTo>
                <a:close/>
              </a:path>
            </a:pathLst>
          </a:custGeom>
          <a:solidFill>
            <a:srgbClr val="D6E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/>
          <p:nvPr/>
        </p:nvCxnSpPr>
        <p:spPr>
          <a:xfrm>
            <a:off x="762000" y="0"/>
            <a:ext cx="0" cy="684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690000" y="568450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690000" y="4673016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7" name="Grupo 16"/>
          <p:cNvGrpSpPr/>
          <p:nvPr/>
        </p:nvGrpSpPr>
        <p:grpSpPr>
          <a:xfrm>
            <a:off x="10578929" y="5237962"/>
            <a:ext cx="3240000" cy="3240000"/>
            <a:chOff x="8562109" y="3233016"/>
            <a:chExt cx="1440000" cy="1440000"/>
          </a:xfrm>
        </p:grpSpPr>
        <p:sp>
          <p:nvSpPr>
            <p:cNvPr id="14" name="Elipse 13"/>
            <p:cNvSpPr/>
            <p:nvPr/>
          </p:nvSpPr>
          <p:spPr>
            <a:xfrm>
              <a:off x="8562109" y="3233016"/>
              <a:ext cx="1440000" cy="144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Elipse 14"/>
            <p:cNvSpPr/>
            <p:nvPr/>
          </p:nvSpPr>
          <p:spPr>
            <a:xfrm>
              <a:off x="8742109" y="3413016"/>
              <a:ext cx="1080000" cy="108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Elipse 15"/>
            <p:cNvSpPr/>
            <p:nvPr/>
          </p:nvSpPr>
          <p:spPr>
            <a:xfrm>
              <a:off x="8922109" y="3593016"/>
              <a:ext cx="720000" cy="720000"/>
            </a:xfrm>
            <a:prstGeom prst="ellipse">
              <a:avLst/>
            </a:prstGeom>
            <a:solidFill>
              <a:srgbClr val="77C6FC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402000" y="360533"/>
            <a:ext cx="720000" cy="720000"/>
            <a:chOff x="2743527" y="792333"/>
            <a:chExt cx="720000" cy="720000"/>
          </a:xfrm>
        </p:grpSpPr>
        <p:sp>
          <p:nvSpPr>
            <p:cNvPr id="22" name="Elipse 21"/>
            <p:cNvSpPr/>
            <p:nvPr/>
          </p:nvSpPr>
          <p:spPr>
            <a:xfrm>
              <a:off x="2743527" y="792333"/>
              <a:ext cx="720000" cy="72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Elipse 22"/>
            <p:cNvSpPr/>
            <p:nvPr/>
          </p:nvSpPr>
          <p:spPr>
            <a:xfrm>
              <a:off x="2833527" y="882333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Elipse 23"/>
            <p:cNvSpPr/>
            <p:nvPr/>
          </p:nvSpPr>
          <p:spPr>
            <a:xfrm>
              <a:off x="2923527" y="972333"/>
              <a:ext cx="360000" cy="36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492000" y="1588025"/>
            <a:ext cx="540000" cy="540000"/>
            <a:chOff x="3553854" y="1143260"/>
            <a:chExt cx="540000" cy="540000"/>
          </a:xfrm>
        </p:grpSpPr>
        <p:sp>
          <p:nvSpPr>
            <p:cNvPr id="29" name="Elipse 28"/>
            <p:cNvSpPr/>
            <p:nvPr/>
          </p:nvSpPr>
          <p:spPr>
            <a:xfrm>
              <a:off x="3553854" y="1143260"/>
              <a:ext cx="540000" cy="540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Elipse 29"/>
            <p:cNvSpPr/>
            <p:nvPr/>
          </p:nvSpPr>
          <p:spPr>
            <a:xfrm>
              <a:off x="3679854" y="1269260"/>
              <a:ext cx="288000" cy="288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618000" y="2635517"/>
            <a:ext cx="288000" cy="288000"/>
            <a:chOff x="618000" y="2635517"/>
            <a:chExt cx="288000" cy="288000"/>
          </a:xfrm>
        </p:grpSpPr>
        <p:sp>
          <p:nvSpPr>
            <p:cNvPr id="33" name="Elipse 32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4" name="Elipse 33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480298" y="4745016"/>
            <a:ext cx="817100" cy="761267"/>
            <a:chOff x="618000" y="2635517"/>
            <a:chExt cx="288000" cy="288000"/>
          </a:xfrm>
        </p:grpSpPr>
        <p:sp>
          <p:nvSpPr>
            <p:cNvPr id="38" name="Elipse 37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9" name="Elipse 38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9587661" y="450533"/>
            <a:ext cx="817100" cy="761267"/>
            <a:chOff x="618000" y="2635517"/>
            <a:chExt cx="288000" cy="288000"/>
          </a:xfrm>
        </p:grpSpPr>
        <p:sp>
          <p:nvSpPr>
            <p:cNvPr id="41" name="Elipse 40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Elipse 41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8312899" y="6078733"/>
            <a:ext cx="817100" cy="761267"/>
            <a:chOff x="618000" y="2635517"/>
            <a:chExt cx="288000" cy="288000"/>
          </a:xfrm>
        </p:grpSpPr>
        <p:sp>
          <p:nvSpPr>
            <p:cNvPr id="44" name="Elipse 43"/>
            <p:cNvSpPr/>
            <p:nvPr/>
          </p:nvSpPr>
          <p:spPr>
            <a:xfrm>
              <a:off x="618000" y="2635517"/>
              <a:ext cx="288000" cy="2880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5" name="Elipse 44"/>
            <p:cNvSpPr/>
            <p:nvPr/>
          </p:nvSpPr>
          <p:spPr>
            <a:xfrm>
              <a:off x="672000" y="2689517"/>
              <a:ext cx="180000" cy="180000"/>
            </a:xfrm>
            <a:prstGeom prst="ellipse">
              <a:avLst/>
            </a:prstGeom>
            <a:solidFill>
              <a:srgbClr val="77C6F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6" name="Elipse 45"/>
          <p:cNvSpPr/>
          <p:nvPr/>
        </p:nvSpPr>
        <p:spPr>
          <a:xfrm>
            <a:off x="2186291" y="3420000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Elipse 46"/>
          <p:cNvSpPr/>
          <p:nvPr/>
        </p:nvSpPr>
        <p:spPr>
          <a:xfrm>
            <a:off x="2643491" y="6303038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Elipse 47"/>
          <p:cNvSpPr/>
          <p:nvPr/>
        </p:nvSpPr>
        <p:spPr>
          <a:xfrm>
            <a:off x="6798667" y="56817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Elipse 48"/>
          <p:cNvSpPr/>
          <p:nvPr/>
        </p:nvSpPr>
        <p:spPr>
          <a:xfrm>
            <a:off x="9224400" y="6137141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Elipse 49"/>
          <p:cNvSpPr/>
          <p:nvPr/>
        </p:nvSpPr>
        <p:spPr>
          <a:xfrm>
            <a:off x="11142761" y="249151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Elipse 50"/>
          <p:cNvSpPr/>
          <p:nvPr/>
        </p:nvSpPr>
        <p:spPr>
          <a:xfrm>
            <a:off x="11586600" y="156749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Google Shape;2155;p38"/>
          <p:cNvSpPr txBox="1">
            <a:spLocks/>
          </p:cNvSpPr>
          <p:nvPr/>
        </p:nvSpPr>
        <p:spPr>
          <a:xfrm>
            <a:off x="2822771" y="450533"/>
            <a:ext cx="6581220" cy="90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jalla One"/>
              <a:buNone/>
              <a:defRPr sz="3600" b="0" i="0" u="none" strike="noStrike" cap="none" spc="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49"/>
              </a:buClr>
              <a:buSzPts val="3600"/>
              <a:buFont typeface="Fjalla One"/>
              <a:buNone/>
              <a:tabLst/>
              <a:defRPr/>
            </a:pPr>
            <a:r>
              <a:rPr lang="es-ES" sz="5400" kern="0" noProof="0" dirty="0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Usuario </a:t>
            </a:r>
            <a:r>
              <a:rPr lang="es-ES" sz="5400" kern="0" noProof="0" dirty="0" err="1" smtClean="0">
                <a:solidFill>
                  <a:srgbClr val="494949"/>
                </a:solidFill>
                <a:latin typeface="Bahnschrift SemiBold SemiConden" panose="020B0502040204020203" pitchFamily="34" charset="0"/>
              </a:rPr>
              <a:t>Dashboard</a:t>
            </a:r>
            <a:endParaRPr kumimoji="0" lang="es-ES" sz="5400" b="0" i="0" u="none" strike="noStrike" kern="0" cap="none" spc="0" normalizeH="0" baseline="0" noProof="0" dirty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Bahnschrift SemiBold SemiConden" panose="020B0502040204020203" pitchFamily="34" charset="0"/>
              <a:sym typeface="Fjalla One"/>
            </a:endParaRPr>
          </a:p>
        </p:txBody>
      </p:sp>
      <p:pic>
        <p:nvPicPr>
          <p:cNvPr id="52" name="Imagen 51"/>
          <p:cNvPicPr/>
          <p:nvPr/>
        </p:nvPicPr>
        <p:blipFill>
          <a:blip r:embed="rId2"/>
          <a:stretch>
            <a:fillRect/>
          </a:stretch>
        </p:blipFill>
        <p:spPr>
          <a:xfrm>
            <a:off x="2652212" y="1817914"/>
            <a:ext cx="6922337" cy="425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862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53</Words>
  <Application>Microsoft Office PowerPoint</Application>
  <PresentationFormat>Panorámica</PresentationFormat>
  <Paragraphs>16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Arial</vt:lpstr>
      <vt:lpstr>Bahnschrift SemiBold SemiConden</vt:lpstr>
      <vt:lpstr>Barlow Semi Condensed</vt:lpstr>
      <vt:lpstr>Barlow Semi Condensed Medium</vt:lpstr>
      <vt:lpstr>Calibri</vt:lpstr>
      <vt:lpstr>Calibri Light</vt:lpstr>
      <vt:lpstr>Fjalla One</vt:lpstr>
      <vt:lpstr>Roboto Condensed Light</vt:lpstr>
      <vt:lpstr>Tema de Office</vt:lpstr>
      <vt:lpstr>Technology Consulting by Slidesgo</vt:lpstr>
      <vt:lpstr>PruebaTecnica1_MC_AEHM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adrian manuel meneses lopez</dc:creator>
  <cp:lastModifiedBy>Cuenta Microsoft</cp:lastModifiedBy>
  <cp:revision>19</cp:revision>
  <dcterms:created xsi:type="dcterms:W3CDTF">2026-09-04T02:40:35Z</dcterms:created>
  <dcterms:modified xsi:type="dcterms:W3CDTF">2026-09-22T06:56:40Z</dcterms:modified>
</cp:coreProperties>
</file>